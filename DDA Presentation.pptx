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566242" y="0"/>
            <a:ext cx="19050" cy="10287000"/>
          </a:xfrm>
          <a:custGeom>
            <a:avLst/>
            <a:gdLst/>
            <a:ahLst/>
            <a:cxnLst/>
            <a:rect l="l" t="t" r="r" b="b"/>
            <a:pathLst>
              <a:path w="19050" h="10287000">
                <a:moveTo>
                  <a:pt x="19049" y="10286998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077020"/>
            <a:ext cx="7458828" cy="3200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03" y="0"/>
            <a:ext cx="7519415" cy="425195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550" y="2621559"/>
            <a:ext cx="123825" cy="12382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550" y="3364509"/>
            <a:ext cx="123825" cy="1238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550" y="4107459"/>
            <a:ext cx="123825" cy="12382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50" y="4850409"/>
            <a:ext cx="123825" cy="1238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0550" y="5593359"/>
            <a:ext cx="123825" cy="12382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50" y="6336309"/>
            <a:ext cx="123825" cy="12382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50" y="7079259"/>
            <a:ext cx="123825" cy="1238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95041" y="2153107"/>
            <a:ext cx="5746115" cy="522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4463" y="300698"/>
            <a:ext cx="5279072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76" y="2407071"/>
            <a:ext cx="17215447" cy="6940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27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582" y="145790"/>
            <a:ext cx="14335124" cy="1014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82718"/>
            <a:ext cx="5389880" cy="8721725"/>
            <a:chOff x="0" y="782718"/>
            <a:chExt cx="5389880" cy="8721725"/>
          </a:xfrm>
        </p:grpSpPr>
        <p:sp>
          <p:nvSpPr>
            <p:cNvPr id="3" name="object 3"/>
            <p:cNvSpPr/>
            <p:nvPr/>
          </p:nvSpPr>
          <p:spPr>
            <a:xfrm>
              <a:off x="1030613" y="1029777"/>
              <a:ext cx="472440" cy="483870"/>
            </a:xfrm>
            <a:custGeom>
              <a:avLst/>
              <a:gdLst/>
              <a:ahLst/>
              <a:cxnLst/>
              <a:rect l="l" t="t" r="r" b="b"/>
              <a:pathLst>
                <a:path w="472440" h="483869">
                  <a:moveTo>
                    <a:pt x="236217" y="483700"/>
                  </a:moveTo>
                  <a:lnTo>
                    <a:pt x="3837" y="253584"/>
                  </a:lnTo>
                  <a:lnTo>
                    <a:pt x="2444" y="251514"/>
                  </a:lnTo>
                  <a:lnTo>
                    <a:pt x="488" y="246826"/>
                  </a:lnTo>
                  <a:lnTo>
                    <a:pt x="0" y="244386"/>
                  </a:lnTo>
                  <a:lnTo>
                    <a:pt x="0" y="239313"/>
                  </a:lnTo>
                  <a:lnTo>
                    <a:pt x="488" y="236873"/>
                  </a:lnTo>
                  <a:lnTo>
                    <a:pt x="2444" y="232185"/>
                  </a:lnTo>
                  <a:lnTo>
                    <a:pt x="3837" y="230114"/>
                  </a:lnTo>
                  <a:lnTo>
                    <a:pt x="236217" y="0"/>
                  </a:lnTo>
                  <a:lnTo>
                    <a:pt x="408217" y="170317"/>
                  </a:lnTo>
                  <a:lnTo>
                    <a:pt x="236217" y="170317"/>
                  </a:lnTo>
                  <a:lnTo>
                    <a:pt x="164002" y="241826"/>
                  </a:lnTo>
                  <a:lnTo>
                    <a:pt x="236217" y="313335"/>
                  </a:lnTo>
                  <a:lnTo>
                    <a:pt x="408259" y="313335"/>
                  </a:lnTo>
                  <a:lnTo>
                    <a:pt x="236217" y="483700"/>
                  </a:lnTo>
                  <a:close/>
                </a:path>
                <a:path w="472440" h="483869">
                  <a:moveTo>
                    <a:pt x="408259" y="313335"/>
                  </a:moveTo>
                  <a:lnTo>
                    <a:pt x="236217" y="313335"/>
                  </a:lnTo>
                  <a:lnTo>
                    <a:pt x="308432" y="241826"/>
                  </a:lnTo>
                  <a:lnTo>
                    <a:pt x="236217" y="170317"/>
                  </a:lnTo>
                  <a:lnTo>
                    <a:pt x="408217" y="170317"/>
                  </a:lnTo>
                  <a:lnTo>
                    <a:pt x="468598" y="230115"/>
                  </a:lnTo>
                  <a:lnTo>
                    <a:pt x="469990" y="232185"/>
                  </a:lnTo>
                  <a:lnTo>
                    <a:pt x="471946" y="236873"/>
                  </a:lnTo>
                  <a:lnTo>
                    <a:pt x="472435" y="239313"/>
                  </a:lnTo>
                  <a:lnTo>
                    <a:pt x="472435" y="244386"/>
                  </a:lnTo>
                  <a:lnTo>
                    <a:pt x="471946" y="246826"/>
                  </a:lnTo>
                  <a:lnTo>
                    <a:pt x="469990" y="251514"/>
                  </a:lnTo>
                  <a:lnTo>
                    <a:pt x="468598" y="253585"/>
                  </a:lnTo>
                  <a:lnTo>
                    <a:pt x="408259" y="313335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7804" y="1030817"/>
              <a:ext cx="317384" cy="477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82718"/>
              <a:ext cx="5389482" cy="872156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149226" y="816221"/>
            <a:ext cx="136525" cy="608330"/>
          </a:xfrm>
          <a:custGeom>
            <a:avLst/>
            <a:gdLst/>
            <a:ahLst/>
            <a:cxnLst/>
            <a:rect l="l" t="t" r="r" b="b"/>
            <a:pathLst>
              <a:path w="136525" h="608330">
                <a:moveTo>
                  <a:pt x="0" y="0"/>
                </a:moveTo>
                <a:lnTo>
                  <a:pt x="136307" y="0"/>
                </a:lnTo>
                <a:lnTo>
                  <a:pt x="136307" y="607766"/>
                </a:lnTo>
                <a:lnTo>
                  <a:pt x="0" y="607766"/>
                </a:lnTo>
                <a:lnTo>
                  <a:pt x="0" y="0"/>
                </a:lnTo>
                <a:close/>
              </a:path>
            </a:pathLst>
          </a:custGeom>
          <a:ln w="32562">
            <a:solidFill>
              <a:srgbClr val="FFDE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366438" y="787644"/>
            <a:ext cx="2228850" cy="661035"/>
            <a:chOff x="8366438" y="787644"/>
            <a:chExt cx="2228850" cy="661035"/>
          </a:xfrm>
        </p:grpSpPr>
        <p:sp>
          <p:nvSpPr>
            <p:cNvPr id="8" name="object 8"/>
            <p:cNvSpPr/>
            <p:nvPr/>
          </p:nvSpPr>
          <p:spPr>
            <a:xfrm>
              <a:off x="8382719" y="816221"/>
              <a:ext cx="1587500" cy="608965"/>
            </a:xfrm>
            <a:custGeom>
              <a:avLst/>
              <a:gdLst/>
              <a:ahLst/>
              <a:cxnLst/>
              <a:rect l="l" t="t" r="r" b="b"/>
              <a:pathLst>
                <a:path w="1587500" h="608965">
                  <a:moveTo>
                    <a:pt x="0" y="0"/>
                  </a:moveTo>
                  <a:lnTo>
                    <a:pt x="157082" y="0"/>
                  </a:lnTo>
                  <a:lnTo>
                    <a:pt x="379456" y="400231"/>
                  </a:lnTo>
                  <a:lnTo>
                    <a:pt x="382000" y="400231"/>
                  </a:lnTo>
                  <a:lnTo>
                    <a:pt x="382000" y="0"/>
                  </a:lnTo>
                  <a:lnTo>
                    <a:pt x="515764" y="0"/>
                  </a:lnTo>
                  <a:lnTo>
                    <a:pt x="515764" y="608614"/>
                  </a:lnTo>
                  <a:lnTo>
                    <a:pt x="356774" y="608614"/>
                  </a:lnTo>
                  <a:lnTo>
                    <a:pt x="136307" y="223010"/>
                  </a:lnTo>
                  <a:lnTo>
                    <a:pt x="133763" y="223010"/>
                  </a:lnTo>
                  <a:lnTo>
                    <a:pt x="133763" y="608614"/>
                  </a:lnTo>
                  <a:lnTo>
                    <a:pt x="0" y="608614"/>
                  </a:lnTo>
                  <a:lnTo>
                    <a:pt x="0" y="0"/>
                  </a:lnTo>
                  <a:close/>
                </a:path>
                <a:path w="1587500" h="608965">
                  <a:moveTo>
                    <a:pt x="1045496" y="118076"/>
                  </a:moveTo>
                  <a:lnTo>
                    <a:pt x="885658" y="118076"/>
                  </a:lnTo>
                  <a:lnTo>
                    <a:pt x="885658" y="607766"/>
                  </a:lnTo>
                  <a:lnTo>
                    <a:pt x="751046" y="607766"/>
                  </a:lnTo>
                  <a:lnTo>
                    <a:pt x="751046" y="118076"/>
                  </a:lnTo>
                  <a:lnTo>
                    <a:pt x="591208" y="118076"/>
                  </a:lnTo>
                  <a:lnTo>
                    <a:pt x="591208" y="0"/>
                  </a:lnTo>
                  <a:lnTo>
                    <a:pt x="1045496" y="0"/>
                  </a:lnTo>
                  <a:lnTo>
                    <a:pt x="1045496" y="118076"/>
                  </a:lnTo>
                  <a:close/>
                </a:path>
                <a:path w="1587500" h="608965">
                  <a:moveTo>
                    <a:pt x="1326787" y="394931"/>
                  </a:moveTo>
                  <a:lnTo>
                    <a:pt x="1256407" y="394931"/>
                  </a:lnTo>
                  <a:lnTo>
                    <a:pt x="1256407" y="607766"/>
                  </a:lnTo>
                  <a:lnTo>
                    <a:pt x="1121795" y="607766"/>
                  </a:lnTo>
                  <a:lnTo>
                    <a:pt x="1121795" y="0"/>
                  </a:lnTo>
                  <a:lnTo>
                    <a:pt x="1352861" y="0"/>
                  </a:lnTo>
                  <a:lnTo>
                    <a:pt x="1419266" y="6942"/>
                  </a:lnTo>
                  <a:lnTo>
                    <a:pt x="1474754" y="27770"/>
                  </a:lnTo>
                  <a:lnTo>
                    <a:pt x="1518317" y="59992"/>
                  </a:lnTo>
                  <a:lnTo>
                    <a:pt x="1548949" y="101117"/>
                  </a:lnTo>
                  <a:lnTo>
                    <a:pt x="1567233" y="148549"/>
                  </a:lnTo>
                  <a:lnTo>
                    <a:pt x="1573328" y="199691"/>
                  </a:lnTo>
                  <a:lnTo>
                    <a:pt x="1571473" y="228442"/>
                  </a:lnTo>
                  <a:lnTo>
                    <a:pt x="1556634" y="281651"/>
                  </a:lnTo>
                  <a:lnTo>
                    <a:pt x="1527181" y="328248"/>
                  </a:lnTo>
                  <a:lnTo>
                    <a:pt x="1483830" y="363544"/>
                  </a:lnTo>
                  <a:lnTo>
                    <a:pt x="1456947" y="376700"/>
                  </a:lnTo>
                  <a:lnTo>
                    <a:pt x="1587107" y="607766"/>
                  </a:lnTo>
                  <a:lnTo>
                    <a:pt x="1445712" y="607766"/>
                  </a:lnTo>
                  <a:lnTo>
                    <a:pt x="1326787" y="394931"/>
                  </a:lnTo>
                  <a:close/>
                </a:path>
              </a:pathLst>
            </a:custGeom>
            <a:ln w="32562">
              <a:solidFill>
                <a:srgbClr val="FFD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2845" y="918016"/>
              <a:ext cx="218263" cy="1991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019488" y="803926"/>
              <a:ext cx="559435" cy="628015"/>
            </a:xfrm>
            <a:custGeom>
              <a:avLst/>
              <a:gdLst/>
              <a:ahLst/>
              <a:cxnLst/>
              <a:rect l="l" t="t" r="r" b="b"/>
              <a:pathLst>
                <a:path w="559434" h="628015">
                  <a:moveTo>
                    <a:pt x="281306" y="627905"/>
                  </a:moveTo>
                  <a:lnTo>
                    <a:pt x="237465" y="625282"/>
                  </a:lnTo>
                  <a:lnTo>
                    <a:pt x="197094" y="617412"/>
                  </a:lnTo>
                  <a:lnTo>
                    <a:pt x="160195" y="604295"/>
                  </a:lnTo>
                  <a:lnTo>
                    <a:pt x="126768" y="585932"/>
                  </a:lnTo>
                  <a:lnTo>
                    <a:pt x="71280" y="536592"/>
                  </a:lnTo>
                  <a:lnTo>
                    <a:pt x="31586" y="472943"/>
                  </a:lnTo>
                  <a:lnTo>
                    <a:pt x="17767" y="436587"/>
                  </a:lnTo>
                  <a:lnTo>
                    <a:pt x="7896" y="398323"/>
                  </a:lnTo>
                  <a:lnTo>
                    <a:pt x="1974" y="358152"/>
                  </a:lnTo>
                  <a:lnTo>
                    <a:pt x="0" y="316072"/>
                  </a:lnTo>
                  <a:lnTo>
                    <a:pt x="2000" y="274006"/>
                  </a:lnTo>
                  <a:lnTo>
                    <a:pt x="8002" y="233662"/>
                  </a:lnTo>
                  <a:lnTo>
                    <a:pt x="18005" y="195041"/>
                  </a:lnTo>
                  <a:lnTo>
                    <a:pt x="32010" y="158142"/>
                  </a:lnTo>
                  <a:lnTo>
                    <a:pt x="50068" y="123919"/>
                  </a:lnTo>
                  <a:lnTo>
                    <a:pt x="97871" y="66365"/>
                  </a:lnTo>
                  <a:lnTo>
                    <a:pt x="160990" y="24206"/>
                  </a:lnTo>
                  <a:lnTo>
                    <a:pt x="197730" y="10758"/>
                  </a:lnTo>
                  <a:lnTo>
                    <a:pt x="237836" y="2689"/>
                  </a:lnTo>
                  <a:lnTo>
                    <a:pt x="281306" y="0"/>
                  </a:lnTo>
                  <a:lnTo>
                    <a:pt x="323916" y="2663"/>
                  </a:lnTo>
                  <a:lnTo>
                    <a:pt x="363345" y="10652"/>
                  </a:lnTo>
                  <a:lnTo>
                    <a:pt x="399595" y="23967"/>
                  </a:lnTo>
                  <a:lnTo>
                    <a:pt x="462184" y="65782"/>
                  </a:lnTo>
                  <a:lnTo>
                    <a:pt x="509457" y="123336"/>
                  </a:lnTo>
                  <a:lnTo>
                    <a:pt x="527211" y="157718"/>
                  </a:lnTo>
                  <a:lnTo>
                    <a:pt x="541123" y="194855"/>
                  </a:lnTo>
                  <a:lnTo>
                    <a:pt x="551060" y="233768"/>
                  </a:lnTo>
                  <a:lnTo>
                    <a:pt x="557022" y="274456"/>
                  </a:lnTo>
                  <a:lnTo>
                    <a:pt x="559009" y="316920"/>
                  </a:lnTo>
                  <a:lnTo>
                    <a:pt x="557022" y="359371"/>
                  </a:lnTo>
                  <a:lnTo>
                    <a:pt x="551060" y="399807"/>
                  </a:lnTo>
                  <a:lnTo>
                    <a:pt x="541123" y="438230"/>
                  </a:lnTo>
                  <a:lnTo>
                    <a:pt x="527211" y="474639"/>
                  </a:lnTo>
                  <a:lnTo>
                    <a:pt x="487782" y="538076"/>
                  </a:lnTo>
                  <a:lnTo>
                    <a:pt x="432665" y="586780"/>
                  </a:lnTo>
                  <a:lnTo>
                    <a:pt x="363345" y="617624"/>
                  </a:lnTo>
                  <a:lnTo>
                    <a:pt x="323916" y="625335"/>
                  </a:lnTo>
                  <a:lnTo>
                    <a:pt x="281306" y="627905"/>
                  </a:lnTo>
                  <a:close/>
                </a:path>
                <a:path w="559434" h="628015">
                  <a:moveTo>
                    <a:pt x="280458" y="507284"/>
                  </a:moveTo>
                  <a:lnTo>
                    <a:pt x="337377" y="493611"/>
                  </a:lnTo>
                  <a:lnTo>
                    <a:pt x="379668" y="452592"/>
                  </a:lnTo>
                  <a:lnTo>
                    <a:pt x="406061" y="390798"/>
                  </a:lnTo>
                  <a:lnTo>
                    <a:pt x="414858" y="315224"/>
                  </a:lnTo>
                  <a:lnTo>
                    <a:pt x="412685" y="275993"/>
                  </a:lnTo>
                  <a:lnTo>
                    <a:pt x="395302" y="206992"/>
                  </a:lnTo>
                  <a:lnTo>
                    <a:pt x="360907" y="152551"/>
                  </a:lnTo>
                  <a:lnTo>
                    <a:pt x="311090" y="124356"/>
                  </a:lnTo>
                  <a:lnTo>
                    <a:pt x="280458" y="120832"/>
                  </a:lnTo>
                  <a:lnTo>
                    <a:pt x="259140" y="122515"/>
                  </a:lnTo>
                  <a:lnTo>
                    <a:pt x="221513" y="135976"/>
                  </a:lnTo>
                  <a:lnTo>
                    <a:pt x="190801" y="162302"/>
                  </a:lnTo>
                  <a:lnTo>
                    <a:pt x="167801" y="197916"/>
                  </a:lnTo>
                  <a:lnTo>
                    <a:pt x="152524" y="241612"/>
                  </a:lnTo>
                  <a:lnTo>
                    <a:pt x="144893" y="289733"/>
                  </a:lnTo>
                  <a:lnTo>
                    <a:pt x="143939" y="315224"/>
                  </a:lnTo>
                  <a:lnTo>
                    <a:pt x="146138" y="354044"/>
                  </a:lnTo>
                  <a:lnTo>
                    <a:pt x="163733" y="422304"/>
                  </a:lnTo>
                  <a:lnTo>
                    <a:pt x="198658" y="476043"/>
                  </a:lnTo>
                  <a:lnTo>
                    <a:pt x="249323" y="503813"/>
                  </a:lnTo>
                  <a:lnTo>
                    <a:pt x="280458" y="507284"/>
                  </a:lnTo>
                  <a:close/>
                </a:path>
              </a:pathLst>
            </a:custGeom>
            <a:ln w="32562">
              <a:solidFill>
                <a:srgbClr val="FFD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0659305" y="815373"/>
            <a:ext cx="1092835" cy="617855"/>
          </a:xfrm>
          <a:custGeom>
            <a:avLst/>
            <a:gdLst/>
            <a:ahLst/>
            <a:cxnLst/>
            <a:rect l="l" t="t" r="r" b="b"/>
            <a:pathLst>
              <a:path w="1092834" h="617855">
                <a:moveTo>
                  <a:pt x="0" y="0"/>
                </a:moveTo>
                <a:lnTo>
                  <a:pt x="239545" y="0"/>
                </a:lnTo>
                <a:lnTo>
                  <a:pt x="278736" y="2252"/>
                </a:lnTo>
                <a:lnTo>
                  <a:pt x="349963" y="20271"/>
                </a:lnTo>
                <a:lnTo>
                  <a:pt x="411135" y="56070"/>
                </a:lnTo>
                <a:lnTo>
                  <a:pt x="459150" y="108219"/>
                </a:lnTo>
                <a:lnTo>
                  <a:pt x="493055" y="176015"/>
                </a:lnTo>
                <a:lnTo>
                  <a:pt x="503786" y="215007"/>
                </a:lnTo>
                <a:lnTo>
                  <a:pt x="510226" y="257312"/>
                </a:lnTo>
                <a:lnTo>
                  <a:pt x="512372" y="302929"/>
                </a:lnTo>
                <a:lnTo>
                  <a:pt x="510199" y="349420"/>
                </a:lnTo>
                <a:lnTo>
                  <a:pt x="503680" y="392441"/>
                </a:lnTo>
                <a:lnTo>
                  <a:pt x="492816" y="431989"/>
                </a:lnTo>
                <a:lnTo>
                  <a:pt x="477606" y="468067"/>
                </a:lnTo>
                <a:lnTo>
                  <a:pt x="436004" y="528324"/>
                </a:lnTo>
                <a:lnTo>
                  <a:pt x="380728" y="572153"/>
                </a:lnTo>
                <a:lnTo>
                  <a:pt x="313952" y="598863"/>
                </a:lnTo>
                <a:lnTo>
                  <a:pt x="237849" y="607766"/>
                </a:lnTo>
                <a:lnTo>
                  <a:pt x="0" y="607766"/>
                </a:lnTo>
                <a:lnTo>
                  <a:pt x="0" y="0"/>
                </a:lnTo>
                <a:close/>
              </a:path>
              <a:path w="1092834" h="617855">
                <a:moveTo>
                  <a:pt x="212834" y="486086"/>
                </a:moveTo>
                <a:lnTo>
                  <a:pt x="276537" y="475910"/>
                </a:lnTo>
                <a:lnTo>
                  <a:pt x="325612" y="445384"/>
                </a:lnTo>
                <a:lnTo>
                  <a:pt x="356933" y="389314"/>
                </a:lnTo>
                <a:lnTo>
                  <a:pt x="364763" y="349911"/>
                </a:lnTo>
                <a:lnTo>
                  <a:pt x="367373" y="302929"/>
                </a:lnTo>
                <a:lnTo>
                  <a:pt x="364789" y="255961"/>
                </a:lnTo>
                <a:lnTo>
                  <a:pt x="357039" y="216597"/>
                </a:lnTo>
                <a:lnTo>
                  <a:pt x="326035" y="160686"/>
                </a:lnTo>
                <a:lnTo>
                  <a:pt x="277066" y="130001"/>
                </a:lnTo>
                <a:lnTo>
                  <a:pt x="212834" y="119772"/>
                </a:lnTo>
                <a:lnTo>
                  <a:pt x="131007" y="119772"/>
                </a:lnTo>
                <a:lnTo>
                  <a:pt x="131007" y="486086"/>
                </a:lnTo>
                <a:lnTo>
                  <a:pt x="212834" y="486086"/>
                </a:lnTo>
                <a:close/>
              </a:path>
              <a:path w="1092834" h="617855">
                <a:moveTo>
                  <a:pt x="840502" y="617306"/>
                </a:moveTo>
                <a:lnTo>
                  <a:pt x="787479" y="613212"/>
                </a:lnTo>
                <a:lnTo>
                  <a:pt x="739490" y="600930"/>
                </a:lnTo>
                <a:lnTo>
                  <a:pt x="696536" y="580460"/>
                </a:lnTo>
                <a:lnTo>
                  <a:pt x="658617" y="551802"/>
                </a:lnTo>
                <a:lnTo>
                  <a:pt x="633128" y="522420"/>
                </a:lnTo>
                <a:lnTo>
                  <a:pt x="613303" y="486849"/>
                </a:lnTo>
                <a:lnTo>
                  <a:pt x="599142" y="445088"/>
                </a:lnTo>
                <a:lnTo>
                  <a:pt x="590646" y="397136"/>
                </a:lnTo>
                <a:lnTo>
                  <a:pt x="587813" y="342995"/>
                </a:lnTo>
                <a:lnTo>
                  <a:pt x="587813" y="847"/>
                </a:lnTo>
                <a:lnTo>
                  <a:pt x="722425" y="847"/>
                </a:lnTo>
                <a:lnTo>
                  <a:pt x="722425" y="333455"/>
                </a:lnTo>
                <a:lnTo>
                  <a:pt x="727148" y="389089"/>
                </a:lnTo>
                <a:lnTo>
                  <a:pt x="741317" y="432360"/>
                </a:lnTo>
                <a:lnTo>
                  <a:pt x="764933" y="463268"/>
                </a:lnTo>
                <a:lnTo>
                  <a:pt x="797994" y="481812"/>
                </a:lnTo>
                <a:lnTo>
                  <a:pt x="840502" y="487994"/>
                </a:lnTo>
                <a:lnTo>
                  <a:pt x="869915" y="485331"/>
                </a:lnTo>
                <a:lnTo>
                  <a:pt x="915068" y="464026"/>
                </a:lnTo>
                <a:lnTo>
                  <a:pt x="942587" y="422410"/>
                </a:lnTo>
                <a:lnTo>
                  <a:pt x="956048" y="366446"/>
                </a:lnTo>
                <a:lnTo>
                  <a:pt x="957731" y="333455"/>
                </a:lnTo>
                <a:lnTo>
                  <a:pt x="957731" y="847"/>
                </a:lnTo>
                <a:lnTo>
                  <a:pt x="1092343" y="847"/>
                </a:lnTo>
                <a:lnTo>
                  <a:pt x="1092343" y="342995"/>
                </a:lnTo>
                <a:lnTo>
                  <a:pt x="1089510" y="397136"/>
                </a:lnTo>
                <a:lnTo>
                  <a:pt x="1081014" y="445088"/>
                </a:lnTo>
                <a:lnTo>
                  <a:pt x="1066853" y="486849"/>
                </a:lnTo>
                <a:lnTo>
                  <a:pt x="1047028" y="522420"/>
                </a:lnTo>
                <a:lnTo>
                  <a:pt x="1021539" y="551802"/>
                </a:lnTo>
                <a:lnTo>
                  <a:pt x="983673" y="580460"/>
                </a:lnTo>
                <a:lnTo>
                  <a:pt x="940878" y="600930"/>
                </a:lnTo>
                <a:lnTo>
                  <a:pt x="893154" y="613212"/>
                </a:lnTo>
                <a:lnTo>
                  <a:pt x="840502" y="617306"/>
                </a:lnTo>
                <a:close/>
              </a:path>
            </a:pathLst>
          </a:custGeom>
          <a:ln w="32562">
            <a:solidFill>
              <a:srgbClr val="FFDE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829796" y="803926"/>
            <a:ext cx="1055370" cy="628015"/>
          </a:xfrm>
          <a:custGeom>
            <a:avLst/>
            <a:gdLst/>
            <a:ahLst/>
            <a:cxnLst/>
            <a:rect l="l" t="t" r="r" b="b"/>
            <a:pathLst>
              <a:path w="1055370" h="628015">
                <a:moveTo>
                  <a:pt x="278550" y="627905"/>
                </a:moveTo>
                <a:lnTo>
                  <a:pt x="236312" y="625216"/>
                </a:lnTo>
                <a:lnTo>
                  <a:pt x="197147" y="617147"/>
                </a:lnTo>
                <a:lnTo>
                  <a:pt x="161057" y="603699"/>
                </a:lnTo>
                <a:lnTo>
                  <a:pt x="98454" y="561540"/>
                </a:lnTo>
                <a:lnTo>
                  <a:pt x="50651" y="503985"/>
                </a:lnTo>
                <a:lnTo>
                  <a:pt x="32434" y="469763"/>
                </a:lnTo>
                <a:lnTo>
                  <a:pt x="18244" y="432970"/>
                </a:lnTo>
                <a:lnTo>
                  <a:pt x="8108" y="394666"/>
                </a:lnTo>
                <a:lnTo>
                  <a:pt x="2027" y="354853"/>
                </a:lnTo>
                <a:lnTo>
                  <a:pt x="0" y="313528"/>
                </a:lnTo>
                <a:lnTo>
                  <a:pt x="2027" y="272231"/>
                </a:lnTo>
                <a:lnTo>
                  <a:pt x="8108" y="232496"/>
                </a:lnTo>
                <a:lnTo>
                  <a:pt x="18244" y="194325"/>
                </a:lnTo>
                <a:lnTo>
                  <a:pt x="32434" y="157718"/>
                </a:lnTo>
                <a:lnTo>
                  <a:pt x="50651" y="123681"/>
                </a:lnTo>
                <a:lnTo>
                  <a:pt x="98454" y="66338"/>
                </a:lnTo>
                <a:lnTo>
                  <a:pt x="161057" y="24206"/>
                </a:lnTo>
                <a:lnTo>
                  <a:pt x="197147" y="10758"/>
                </a:lnTo>
                <a:lnTo>
                  <a:pt x="236312" y="2689"/>
                </a:lnTo>
                <a:lnTo>
                  <a:pt x="278550" y="0"/>
                </a:lnTo>
                <a:lnTo>
                  <a:pt x="329520" y="3908"/>
                </a:lnTo>
                <a:lnTo>
                  <a:pt x="375587" y="15634"/>
                </a:lnTo>
                <a:lnTo>
                  <a:pt x="416753" y="35176"/>
                </a:lnTo>
                <a:lnTo>
                  <a:pt x="453016" y="62536"/>
                </a:lnTo>
                <a:lnTo>
                  <a:pt x="483939" y="96083"/>
                </a:lnTo>
                <a:lnTo>
                  <a:pt x="508874" y="134187"/>
                </a:lnTo>
                <a:lnTo>
                  <a:pt x="527821" y="176850"/>
                </a:lnTo>
                <a:lnTo>
                  <a:pt x="540778" y="224070"/>
                </a:lnTo>
                <a:lnTo>
                  <a:pt x="409770" y="224070"/>
                </a:lnTo>
                <a:lnTo>
                  <a:pt x="403079" y="202421"/>
                </a:lnTo>
                <a:lnTo>
                  <a:pt x="393394" y="182626"/>
                </a:lnTo>
                <a:lnTo>
                  <a:pt x="365041" y="148602"/>
                </a:lnTo>
                <a:lnTo>
                  <a:pt x="326724" y="125867"/>
                </a:lnTo>
                <a:lnTo>
                  <a:pt x="280458" y="118288"/>
                </a:lnTo>
                <a:lnTo>
                  <a:pt x="247839" y="121680"/>
                </a:lnTo>
                <a:lnTo>
                  <a:pt x="195478" y="148814"/>
                </a:lnTo>
                <a:lnTo>
                  <a:pt x="160341" y="201718"/>
                </a:lnTo>
                <a:lnTo>
                  <a:pt x="142746" y="272204"/>
                </a:lnTo>
                <a:lnTo>
                  <a:pt x="140547" y="313528"/>
                </a:lnTo>
                <a:lnTo>
                  <a:pt x="142746" y="355661"/>
                </a:lnTo>
                <a:lnTo>
                  <a:pt x="149344" y="393447"/>
                </a:lnTo>
                <a:lnTo>
                  <a:pt x="175737" y="455984"/>
                </a:lnTo>
                <a:lnTo>
                  <a:pt x="219512" y="496367"/>
                </a:lnTo>
                <a:lnTo>
                  <a:pt x="280458" y="509828"/>
                </a:lnTo>
                <a:lnTo>
                  <a:pt x="304161" y="507987"/>
                </a:lnTo>
                <a:lnTo>
                  <a:pt x="345604" y="493254"/>
                </a:lnTo>
                <a:lnTo>
                  <a:pt x="378701" y="464834"/>
                </a:lnTo>
                <a:lnTo>
                  <a:pt x="401066" y="429644"/>
                </a:lnTo>
                <a:lnTo>
                  <a:pt x="408074" y="409982"/>
                </a:lnTo>
                <a:lnTo>
                  <a:pt x="537386" y="409982"/>
                </a:lnTo>
                <a:lnTo>
                  <a:pt x="524826" y="455546"/>
                </a:lnTo>
                <a:lnTo>
                  <a:pt x="506224" y="496844"/>
                </a:lnTo>
                <a:lnTo>
                  <a:pt x="481581" y="533876"/>
                </a:lnTo>
                <a:lnTo>
                  <a:pt x="450896" y="566641"/>
                </a:lnTo>
                <a:lnTo>
                  <a:pt x="414924" y="593444"/>
                </a:lnTo>
                <a:lnTo>
                  <a:pt x="374209" y="612589"/>
                </a:lnTo>
                <a:lnTo>
                  <a:pt x="328752" y="624076"/>
                </a:lnTo>
                <a:lnTo>
                  <a:pt x="278550" y="627905"/>
                </a:lnTo>
                <a:close/>
              </a:path>
              <a:path w="1055370" h="628015">
                <a:moveTo>
                  <a:pt x="1054975" y="130372"/>
                </a:moveTo>
                <a:lnTo>
                  <a:pt x="895136" y="130372"/>
                </a:lnTo>
                <a:lnTo>
                  <a:pt x="895136" y="620062"/>
                </a:lnTo>
                <a:lnTo>
                  <a:pt x="760524" y="620062"/>
                </a:lnTo>
                <a:lnTo>
                  <a:pt x="760524" y="130372"/>
                </a:lnTo>
                <a:lnTo>
                  <a:pt x="600686" y="130372"/>
                </a:lnTo>
                <a:lnTo>
                  <a:pt x="600686" y="12295"/>
                </a:lnTo>
                <a:lnTo>
                  <a:pt x="1054975" y="12295"/>
                </a:lnTo>
                <a:lnTo>
                  <a:pt x="1054975" y="130372"/>
                </a:lnTo>
                <a:close/>
              </a:path>
            </a:pathLst>
          </a:custGeom>
          <a:ln w="32562">
            <a:solidFill>
              <a:srgbClr val="FFDE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67217" y="816221"/>
            <a:ext cx="136525" cy="608330"/>
          </a:xfrm>
          <a:custGeom>
            <a:avLst/>
            <a:gdLst/>
            <a:ahLst/>
            <a:cxnLst/>
            <a:rect l="l" t="t" r="r" b="b"/>
            <a:pathLst>
              <a:path w="136525" h="608330">
                <a:moveTo>
                  <a:pt x="0" y="0"/>
                </a:moveTo>
                <a:lnTo>
                  <a:pt x="136307" y="0"/>
                </a:lnTo>
                <a:lnTo>
                  <a:pt x="136307" y="607766"/>
                </a:lnTo>
                <a:lnTo>
                  <a:pt x="0" y="607766"/>
                </a:lnTo>
                <a:lnTo>
                  <a:pt x="0" y="0"/>
                </a:lnTo>
                <a:close/>
              </a:path>
            </a:pathLst>
          </a:custGeom>
          <a:ln w="32562">
            <a:solidFill>
              <a:srgbClr val="FFDE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87779" y="803926"/>
            <a:ext cx="559435" cy="628015"/>
          </a:xfrm>
          <a:custGeom>
            <a:avLst/>
            <a:gdLst/>
            <a:ahLst/>
            <a:cxnLst/>
            <a:rect l="l" t="t" r="r" b="b"/>
            <a:pathLst>
              <a:path w="559434" h="628015">
                <a:moveTo>
                  <a:pt x="281307" y="627905"/>
                </a:moveTo>
                <a:lnTo>
                  <a:pt x="237465" y="625282"/>
                </a:lnTo>
                <a:lnTo>
                  <a:pt x="197095" y="617412"/>
                </a:lnTo>
                <a:lnTo>
                  <a:pt x="160196" y="604295"/>
                </a:lnTo>
                <a:lnTo>
                  <a:pt x="126768" y="585932"/>
                </a:lnTo>
                <a:lnTo>
                  <a:pt x="71280" y="536592"/>
                </a:lnTo>
                <a:lnTo>
                  <a:pt x="31586" y="472943"/>
                </a:lnTo>
                <a:lnTo>
                  <a:pt x="17767" y="436587"/>
                </a:lnTo>
                <a:lnTo>
                  <a:pt x="7896" y="398323"/>
                </a:lnTo>
                <a:lnTo>
                  <a:pt x="1974" y="358152"/>
                </a:lnTo>
                <a:lnTo>
                  <a:pt x="0" y="316072"/>
                </a:lnTo>
                <a:lnTo>
                  <a:pt x="2000" y="274006"/>
                </a:lnTo>
                <a:lnTo>
                  <a:pt x="8002" y="233662"/>
                </a:lnTo>
                <a:lnTo>
                  <a:pt x="18005" y="195041"/>
                </a:lnTo>
                <a:lnTo>
                  <a:pt x="32010" y="158142"/>
                </a:lnTo>
                <a:lnTo>
                  <a:pt x="50068" y="123919"/>
                </a:lnTo>
                <a:lnTo>
                  <a:pt x="97872" y="66365"/>
                </a:lnTo>
                <a:lnTo>
                  <a:pt x="160991" y="24206"/>
                </a:lnTo>
                <a:lnTo>
                  <a:pt x="197731" y="10758"/>
                </a:lnTo>
                <a:lnTo>
                  <a:pt x="237836" y="2689"/>
                </a:lnTo>
                <a:lnTo>
                  <a:pt x="281307" y="0"/>
                </a:lnTo>
                <a:lnTo>
                  <a:pt x="323916" y="2663"/>
                </a:lnTo>
                <a:lnTo>
                  <a:pt x="363345" y="10652"/>
                </a:lnTo>
                <a:lnTo>
                  <a:pt x="399595" y="23967"/>
                </a:lnTo>
                <a:lnTo>
                  <a:pt x="462185" y="65782"/>
                </a:lnTo>
                <a:lnTo>
                  <a:pt x="509458" y="123336"/>
                </a:lnTo>
                <a:lnTo>
                  <a:pt x="527211" y="157718"/>
                </a:lnTo>
                <a:lnTo>
                  <a:pt x="541123" y="194855"/>
                </a:lnTo>
                <a:lnTo>
                  <a:pt x="551060" y="233768"/>
                </a:lnTo>
                <a:lnTo>
                  <a:pt x="557022" y="274456"/>
                </a:lnTo>
                <a:lnTo>
                  <a:pt x="559010" y="316920"/>
                </a:lnTo>
                <a:lnTo>
                  <a:pt x="557022" y="359371"/>
                </a:lnTo>
                <a:lnTo>
                  <a:pt x="551060" y="399807"/>
                </a:lnTo>
                <a:lnTo>
                  <a:pt x="541123" y="438230"/>
                </a:lnTo>
                <a:lnTo>
                  <a:pt x="527211" y="474639"/>
                </a:lnTo>
                <a:lnTo>
                  <a:pt x="487782" y="538076"/>
                </a:lnTo>
                <a:lnTo>
                  <a:pt x="432666" y="586780"/>
                </a:lnTo>
                <a:lnTo>
                  <a:pt x="363345" y="617624"/>
                </a:lnTo>
                <a:lnTo>
                  <a:pt x="323916" y="625335"/>
                </a:lnTo>
                <a:lnTo>
                  <a:pt x="281307" y="627905"/>
                </a:lnTo>
                <a:close/>
              </a:path>
              <a:path w="559434" h="628015">
                <a:moveTo>
                  <a:pt x="280459" y="507284"/>
                </a:moveTo>
                <a:lnTo>
                  <a:pt x="337377" y="493611"/>
                </a:lnTo>
                <a:lnTo>
                  <a:pt x="379669" y="452592"/>
                </a:lnTo>
                <a:lnTo>
                  <a:pt x="406061" y="390798"/>
                </a:lnTo>
                <a:lnTo>
                  <a:pt x="414858" y="315224"/>
                </a:lnTo>
                <a:lnTo>
                  <a:pt x="412686" y="275993"/>
                </a:lnTo>
                <a:lnTo>
                  <a:pt x="395303" y="206992"/>
                </a:lnTo>
                <a:lnTo>
                  <a:pt x="360908" y="152551"/>
                </a:lnTo>
                <a:lnTo>
                  <a:pt x="311091" y="124356"/>
                </a:lnTo>
                <a:lnTo>
                  <a:pt x="280459" y="120832"/>
                </a:lnTo>
                <a:lnTo>
                  <a:pt x="259140" y="122515"/>
                </a:lnTo>
                <a:lnTo>
                  <a:pt x="221513" y="135976"/>
                </a:lnTo>
                <a:lnTo>
                  <a:pt x="190801" y="162302"/>
                </a:lnTo>
                <a:lnTo>
                  <a:pt x="167801" y="197916"/>
                </a:lnTo>
                <a:lnTo>
                  <a:pt x="152524" y="241612"/>
                </a:lnTo>
                <a:lnTo>
                  <a:pt x="144893" y="289733"/>
                </a:lnTo>
                <a:lnTo>
                  <a:pt x="143939" y="315224"/>
                </a:lnTo>
                <a:lnTo>
                  <a:pt x="146138" y="354044"/>
                </a:lnTo>
                <a:lnTo>
                  <a:pt x="163733" y="422304"/>
                </a:lnTo>
                <a:lnTo>
                  <a:pt x="198658" y="476043"/>
                </a:lnTo>
                <a:lnTo>
                  <a:pt x="249323" y="503813"/>
                </a:lnTo>
                <a:lnTo>
                  <a:pt x="280459" y="507284"/>
                </a:lnTo>
                <a:close/>
              </a:path>
            </a:pathLst>
          </a:custGeom>
          <a:ln w="32562">
            <a:solidFill>
              <a:srgbClr val="FFDE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827596" y="816221"/>
            <a:ext cx="516255" cy="608965"/>
          </a:xfrm>
          <a:custGeom>
            <a:avLst/>
            <a:gdLst/>
            <a:ahLst/>
            <a:cxnLst/>
            <a:rect l="l" t="t" r="r" b="b"/>
            <a:pathLst>
              <a:path w="516255" h="608965">
                <a:moveTo>
                  <a:pt x="0" y="0"/>
                </a:moveTo>
                <a:lnTo>
                  <a:pt x="157082" y="0"/>
                </a:lnTo>
                <a:lnTo>
                  <a:pt x="379457" y="400231"/>
                </a:lnTo>
                <a:lnTo>
                  <a:pt x="382001" y="400231"/>
                </a:lnTo>
                <a:lnTo>
                  <a:pt x="382001" y="0"/>
                </a:lnTo>
                <a:lnTo>
                  <a:pt x="515764" y="0"/>
                </a:lnTo>
                <a:lnTo>
                  <a:pt x="515764" y="608614"/>
                </a:lnTo>
                <a:lnTo>
                  <a:pt x="356774" y="608614"/>
                </a:lnTo>
                <a:lnTo>
                  <a:pt x="136307" y="223010"/>
                </a:lnTo>
                <a:lnTo>
                  <a:pt x="133763" y="223010"/>
                </a:lnTo>
                <a:lnTo>
                  <a:pt x="133763" y="608614"/>
                </a:lnTo>
                <a:lnTo>
                  <a:pt x="0" y="608614"/>
                </a:lnTo>
                <a:lnTo>
                  <a:pt x="0" y="0"/>
                </a:lnTo>
                <a:close/>
              </a:path>
            </a:pathLst>
          </a:custGeom>
          <a:ln w="32562">
            <a:solidFill>
              <a:srgbClr val="FFDE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085225" y="542989"/>
            <a:ext cx="6316345" cy="1067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800" spc="120" dirty="0">
                <a:latin typeface="Trebuchet MS"/>
                <a:cs typeface="Trebuchet MS"/>
              </a:rPr>
              <a:t>INTRODUCTION</a:t>
            </a:r>
            <a:endParaRPr sz="6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26218" y="1777636"/>
            <a:ext cx="12450445" cy="708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915" marR="328295" indent="-635" algn="ctr">
              <a:lnSpc>
                <a:spcPct val="116900"/>
              </a:lnSpc>
              <a:spcBef>
                <a:spcPts val="95"/>
              </a:spcBef>
            </a:pP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300" spc="145" dirty="0">
                <a:solidFill>
                  <a:srgbClr val="FFFFFF"/>
                </a:solidFill>
                <a:latin typeface="Times New Roman"/>
                <a:cs typeface="Times New Roman"/>
              </a:rPr>
              <a:t>Departmental </a:t>
            </a:r>
            <a:r>
              <a:rPr sz="3300" spc="229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3300" spc="60" dirty="0">
                <a:solidFill>
                  <a:srgbClr val="FFFFFF"/>
                </a:solidFill>
                <a:latin typeface="Times New Roman"/>
                <a:cs typeface="Times New Roman"/>
              </a:rPr>
              <a:t>Analysis </a:t>
            </a:r>
            <a:r>
              <a:rPr sz="3300" spc="95" dirty="0">
                <a:solidFill>
                  <a:srgbClr val="FFFFFF"/>
                </a:solidFill>
                <a:latin typeface="Times New Roman"/>
                <a:cs typeface="Times New Roman"/>
              </a:rPr>
              <a:t>project </a:t>
            </a:r>
            <a:r>
              <a:rPr sz="3300" spc="-15" dirty="0">
                <a:solidFill>
                  <a:srgbClr val="FFFFFF"/>
                </a:solidFill>
                <a:latin typeface="Times New Roman"/>
                <a:cs typeface="Times New Roman"/>
              </a:rPr>
              <a:t>will </a:t>
            </a:r>
            <a:r>
              <a:rPr sz="3300" spc="80" dirty="0">
                <a:solidFill>
                  <a:srgbClr val="FFFFFF"/>
                </a:solidFill>
                <a:latin typeface="Times New Roman"/>
                <a:cs typeface="Times New Roman"/>
              </a:rPr>
              <a:t>roll </a:t>
            </a:r>
            <a:r>
              <a:rPr sz="3300" spc="180" dirty="0">
                <a:solidFill>
                  <a:srgbClr val="FFFFFF"/>
                </a:solidFill>
                <a:latin typeface="Times New Roman"/>
                <a:cs typeface="Times New Roman"/>
              </a:rPr>
              <a:t>out </a:t>
            </a:r>
            <a:r>
              <a:rPr sz="3300" spc="105" dirty="0">
                <a:solidFill>
                  <a:srgbClr val="FFFFFF"/>
                </a:solidFill>
                <a:latin typeface="Times New Roman"/>
                <a:cs typeface="Times New Roman"/>
              </a:rPr>
              <a:t>managerial </a:t>
            </a:r>
            <a:r>
              <a:rPr sz="3300" spc="-8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90" dirty="0">
                <a:solidFill>
                  <a:srgbClr val="FFFFFF"/>
                </a:solidFill>
                <a:latin typeface="Times New Roman"/>
                <a:cs typeface="Times New Roman"/>
              </a:rPr>
              <a:t>software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35" dirty="0">
                <a:solidFill>
                  <a:srgbClr val="FFFFFF"/>
                </a:solidFill>
                <a:latin typeface="Times New Roman"/>
                <a:cs typeface="Times New Roman"/>
              </a:rPr>
              <a:t>digitize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3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9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30" dirty="0">
                <a:solidFill>
                  <a:srgbClr val="FFFFFF"/>
                </a:solidFill>
                <a:latin typeface="Times New Roman"/>
                <a:cs typeface="Times New Roman"/>
              </a:rPr>
              <a:t>departmental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9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33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85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90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3300" spc="-8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80" dirty="0">
                <a:solidFill>
                  <a:srgbClr val="FFFFFF"/>
                </a:solidFill>
                <a:latin typeface="Times New Roman"/>
                <a:cs typeface="Times New Roman"/>
              </a:rPr>
              <a:t>employee/faculty/student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information, </a:t>
            </a:r>
            <a:r>
              <a:rPr sz="3300" spc="75" dirty="0">
                <a:solidFill>
                  <a:srgbClr val="FFFFFF"/>
                </a:solidFill>
                <a:latin typeface="Times New Roman"/>
                <a:cs typeface="Times New Roman"/>
              </a:rPr>
              <a:t>E-notices, </a:t>
            </a:r>
            <a:r>
              <a:rPr sz="3300" spc="125" dirty="0">
                <a:solidFill>
                  <a:srgbClr val="FFFFFF"/>
                </a:solidFill>
                <a:latin typeface="Times New Roman"/>
                <a:cs typeface="Times New Roman"/>
              </a:rPr>
              <a:t>Attendance </a:t>
            </a:r>
            <a:r>
              <a:rPr sz="33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35" dirty="0">
                <a:solidFill>
                  <a:srgbClr val="FFFFFF"/>
                </a:solidFill>
                <a:latin typeface="Times New Roman"/>
                <a:cs typeface="Times New Roman"/>
              </a:rPr>
              <a:t>Management, </a:t>
            </a:r>
            <a:r>
              <a:rPr sz="3300" spc="55" dirty="0">
                <a:solidFill>
                  <a:srgbClr val="FFFFFF"/>
                </a:solidFill>
                <a:latin typeface="Times New Roman"/>
                <a:cs typeface="Times New Roman"/>
              </a:rPr>
              <a:t>etc </a:t>
            </a:r>
            <a:r>
              <a:rPr sz="3300" spc="65" dirty="0">
                <a:solidFill>
                  <a:srgbClr val="FFFFFF"/>
                </a:solidFill>
                <a:latin typeface="Times New Roman"/>
                <a:cs typeface="Times New Roman"/>
              </a:rPr>
              <a:t>which, </a:t>
            </a:r>
            <a:r>
              <a:rPr sz="3300" spc="75" dirty="0">
                <a:solidFill>
                  <a:srgbClr val="FFFFFF"/>
                </a:solidFill>
                <a:latin typeface="Times New Roman"/>
                <a:cs typeface="Times New Roman"/>
              </a:rPr>
              <a:t>otherwise, </a:t>
            </a:r>
            <a:r>
              <a:rPr sz="3300" spc="105" dirty="0">
                <a:solidFill>
                  <a:srgbClr val="FFFFFF"/>
                </a:solidFill>
                <a:latin typeface="Times New Roman"/>
                <a:cs typeface="Times New Roman"/>
              </a:rPr>
              <a:t>would </a:t>
            </a:r>
            <a:r>
              <a:rPr sz="3300" spc="80" dirty="0">
                <a:solidFill>
                  <a:srgbClr val="FFFFFF"/>
                </a:solidFill>
                <a:latin typeface="Times New Roman"/>
                <a:cs typeface="Times New Roman"/>
              </a:rPr>
              <a:t>need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300" spc="85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3300" spc="130" dirty="0">
                <a:solidFill>
                  <a:srgbClr val="FFFFFF"/>
                </a:solidFill>
                <a:latin typeface="Times New Roman"/>
                <a:cs typeface="Times New Roman"/>
              </a:rPr>
              <a:t>done </a:t>
            </a:r>
            <a:r>
              <a:rPr sz="3300" spc="80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33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00" dirty="0">
                <a:solidFill>
                  <a:srgbClr val="FFFFFF"/>
                </a:solidFill>
                <a:latin typeface="Times New Roman"/>
                <a:cs typeface="Times New Roman"/>
              </a:rPr>
              <a:t>conventional</a:t>
            </a:r>
            <a:r>
              <a:rPr sz="3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35" dirty="0">
                <a:solidFill>
                  <a:srgbClr val="FFFFFF"/>
                </a:solidFill>
                <a:latin typeface="Times New Roman"/>
                <a:cs typeface="Times New Roman"/>
              </a:rPr>
              <a:t>on-paper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14" dirty="0">
                <a:solidFill>
                  <a:srgbClr val="FFFFFF"/>
                </a:solidFill>
                <a:latin typeface="Times New Roman"/>
                <a:cs typeface="Times New Roman"/>
              </a:rPr>
              <a:t>methods.</a:t>
            </a:r>
            <a:endParaRPr sz="3300">
              <a:latin typeface="Times New Roman"/>
              <a:cs typeface="Times New Roman"/>
            </a:endParaRPr>
          </a:p>
          <a:p>
            <a:pPr marL="12700" marR="5080" indent="-635" algn="ctr">
              <a:lnSpc>
                <a:spcPct val="116900"/>
              </a:lnSpc>
            </a:pPr>
            <a:r>
              <a:rPr sz="3300" spc="85" dirty="0">
                <a:solidFill>
                  <a:srgbClr val="FFFFFF"/>
                </a:solidFill>
                <a:latin typeface="Times New Roman"/>
                <a:cs typeface="Times New Roman"/>
              </a:rPr>
              <a:t>This </a:t>
            </a:r>
            <a:r>
              <a:rPr sz="3300" spc="65" dirty="0">
                <a:solidFill>
                  <a:srgbClr val="FFFFFF"/>
                </a:solidFill>
                <a:latin typeface="Times New Roman"/>
                <a:cs typeface="Times New Roman"/>
              </a:rPr>
              <a:t>analysis </a:t>
            </a:r>
            <a:r>
              <a:rPr sz="3300" spc="80" dirty="0">
                <a:solidFill>
                  <a:srgbClr val="FFFFFF"/>
                </a:solidFill>
                <a:latin typeface="Times New Roman"/>
                <a:cs typeface="Times New Roman"/>
              </a:rPr>
              <a:t>aims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300" spc="90" dirty="0">
                <a:solidFill>
                  <a:srgbClr val="FFFFFF"/>
                </a:solidFill>
                <a:latin typeface="Times New Roman"/>
                <a:cs typeface="Times New Roman"/>
              </a:rPr>
              <a:t>gain </a:t>
            </a:r>
            <a:r>
              <a:rPr sz="3300" spc="60" dirty="0">
                <a:solidFill>
                  <a:srgbClr val="FFFFFF"/>
                </a:solidFill>
                <a:latin typeface="Times New Roman"/>
                <a:cs typeface="Times New Roman"/>
              </a:rPr>
              <a:t>insights </a:t>
            </a:r>
            <a:r>
              <a:rPr sz="3300" spc="135" dirty="0">
                <a:solidFill>
                  <a:srgbClr val="FFFFFF"/>
                </a:solidFill>
                <a:latin typeface="Times New Roman"/>
                <a:cs typeface="Times New Roman"/>
              </a:rPr>
              <a:t>into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300" spc="114" dirty="0">
                <a:solidFill>
                  <a:srgbClr val="FFFFFF"/>
                </a:solidFill>
                <a:latin typeface="Times New Roman"/>
                <a:cs typeface="Times New Roman"/>
              </a:rPr>
              <a:t>department's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operations </a:t>
            </a:r>
            <a:r>
              <a:rPr sz="33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65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05" dirty="0">
                <a:solidFill>
                  <a:srgbClr val="FFFFFF"/>
                </a:solidFill>
                <a:latin typeface="Times New Roman"/>
                <a:cs typeface="Times New Roman"/>
              </a:rPr>
              <a:t>areas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05" dirty="0">
                <a:solidFill>
                  <a:srgbClr val="FFFFFF"/>
                </a:solidFill>
                <a:latin typeface="Times New Roman"/>
                <a:cs typeface="Times New Roman"/>
              </a:rPr>
              <a:t>improvement.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85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45" dirty="0">
                <a:solidFill>
                  <a:srgbClr val="FFFFFF"/>
                </a:solidFill>
                <a:latin typeface="Times New Roman"/>
                <a:cs typeface="Times New Roman"/>
              </a:rPr>
              <a:t>involve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60" dirty="0">
                <a:solidFill>
                  <a:srgbClr val="FFFFFF"/>
                </a:solidFill>
                <a:latin typeface="Times New Roman"/>
                <a:cs typeface="Times New Roman"/>
              </a:rPr>
              <a:t>identifying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90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3300" spc="-8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10" dirty="0">
                <a:solidFill>
                  <a:srgbClr val="FFFFFF"/>
                </a:solidFill>
                <a:latin typeface="Times New Roman"/>
                <a:cs typeface="Times New Roman"/>
              </a:rPr>
              <a:t>trends, </a:t>
            </a:r>
            <a:r>
              <a:rPr sz="3300" spc="125" dirty="0">
                <a:solidFill>
                  <a:srgbClr val="FFFFFF"/>
                </a:solidFill>
                <a:latin typeface="Times New Roman"/>
                <a:cs typeface="Times New Roman"/>
              </a:rPr>
              <a:t>patterns,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300" spc="100" dirty="0">
                <a:solidFill>
                  <a:srgbClr val="FFFFFF"/>
                </a:solidFill>
                <a:latin typeface="Times New Roman"/>
                <a:cs typeface="Times New Roman"/>
              </a:rPr>
              <a:t>correlations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300" spc="114" dirty="0">
                <a:solidFill>
                  <a:srgbClr val="FFFFFF"/>
                </a:solidFill>
                <a:latin typeface="Times New Roman"/>
                <a:cs typeface="Times New Roman"/>
              </a:rPr>
              <a:t>inform </a:t>
            </a:r>
            <a:r>
              <a:rPr sz="3300" spc="75" dirty="0">
                <a:solidFill>
                  <a:srgbClr val="FFFFFF"/>
                </a:solidFill>
                <a:latin typeface="Times New Roman"/>
                <a:cs typeface="Times New Roman"/>
              </a:rPr>
              <a:t>strategic </a:t>
            </a:r>
            <a:r>
              <a:rPr sz="3300" spc="65" dirty="0">
                <a:solidFill>
                  <a:srgbClr val="FFFFFF"/>
                </a:solidFill>
                <a:latin typeface="Times New Roman"/>
                <a:cs typeface="Times New Roman"/>
              </a:rPr>
              <a:t>initiative </a:t>
            </a:r>
            <a:r>
              <a:rPr sz="33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50" dirty="0">
                <a:solidFill>
                  <a:srgbClr val="FFFFFF"/>
                </a:solidFill>
                <a:latin typeface="Times New Roman"/>
                <a:cs typeface="Times New Roman"/>
              </a:rPr>
              <a:t>decisions.</a:t>
            </a:r>
            <a:endParaRPr sz="3300">
              <a:latin typeface="Times New Roman"/>
              <a:cs typeface="Times New Roman"/>
            </a:endParaRPr>
          </a:p>
          <a:p>
            <a:pPr marL="531495" marR="523875" indent="-635" algn="ctr">
              <a:lnSpc>
                <a:spcPct val="116900"/>
              </a:lnSpc>
            </a:pP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300" spc="130" dirty="0">
                <a:solidFill>
                  <a:srgbClr val="FFFFFF"/>
                </a:solidFill>
                <a:latin typeface="Times New Roman"/>
                <a:cs typeface="Times New Roman"/>
              </a:rPr>
              <a:t>main </a:t>
            </a:r>
            <a:r>
              <a:rPr sz="3300" spc="135" dirty="0">
                <a:solidFill>
                  <a:srgbClr val="FFFFFF"/>
                </a:solidFill>
                <a:latin typeface="Times New Roman"/>
                <a:cs typeface="Times New Roman"/>
              </a:rPr>
              <a:t>operation </a:t>
            </a:r>
            <a:r>
              <a:rPr sz="3300" spc="-10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300" spc="75" dirty="0">
                <a:solidFill>
                  <a:srgbClr val="FFFFFF"/>
                </a:solidFill>
                <a:latin typeface="Times New Roman"/>
                <a:cs typeface="Times New Roman"/>
              </a:rPr>
              <a:t>analyze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attendance. </a:t>
            </a:r>
            <a:r>
              <a:rPr sz="3300" spc="105" dirty="0">
                <a:solidFill>
                  <a:srgbClr val="FFFFFF"/>
                </a:solidFill>
                <a:latin typeface="Times New Roman"/>
                <a:cs typeface="Times New Roman"/>
              </a:rPr>
              <a:t>Modernizing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3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30" dirty="0">
                <a:solidFill>
                  <a:srgbClr val="FFFFFF"/>
                </a:solidFill>
                <a:latin typeface="Times New Roman"/>
                <a:cs typeface="Times New Roman"/>
              </a:rPr>
              <a:t>traditional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25" dirty="0">
                <a:solidFill>
                  <a:srgbClr val="FFFFFF"/>
                </a:solidFill>
                <a:latin typeface="Times New Roman"/>
                <a:cs typeface="Times New Roman"/>
              </a:rPr>
              <a:t>attendance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55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3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55" dirty="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33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7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33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10" dirty="0">
                <a:solidFill>
                  <a:srgbClr val="FFFFFF"/>
                </a:solidFill>
                <a:latin typeface="Times New Roman"/>
                <a:cs typeface="Times New Roman"/>
              </a:rPr>
              <a:t>paper-based </a:t>
            </a:r>
            <a:r>
              <a:rPr sz="3300" spc="-8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45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3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8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85" dirty="0">
                <a:solidFill>
                  <a:srgbClr val="FFFFFF"/>
                </a:solidFill>
                <a:latin typeface="Times New Roman"/>
                <a:cs typeface="Times New Roman"/>
              </a:rPr>
              <a:t>time-consuming</a:t>
            </a:r>
            <a:r>
              <a:rPr sz="3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8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spc="120" dirty="0">
                <a:solidFill>
                  <a:srgbClr val="FFFFFF"/>
                </a:solidFill>
                <a:latin typeface="Times New Roman"/>
                <a:cs typeface="Times New Roman"/>
              </a:rPr>
              <a:t>error-prone.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839" y="1"/>
            <a:ext cx="15227807" cy="4416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2858" y="1859191"/>
            <a:ext cx="16705580" cy="715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399"/>
              </a:lnSpc>
              <a:spcBef>
                <a:spcPts val="100"/>
              </a:spcBef>
            </a:pPr>
            <a:r>
              <a:rPr sz="3650" spc="185" dirty="0">
                <a:solidFill>
                  <a:srgbClr val="FEFEFE"/>
                </a:solidFill>
                <a:latin typeface="Times New Roman"/>
                <a:cs typeface="Times New Roman"/>
              </a:rPr>
              <a:t>Many </a:t>
            </a:r>
            <a:r>
              <a:rPr sz="3650" spc="105" dirty="0">
                <a:solidFill>
                  <a:srgbClr val="FEFEFE"/>
                </a:solidFill>
                <a:latin typeface="Times New Roman"/>
                <a:cs typeface="Times New Roman"/>
              </a:rPr>
              <a:t>organizations </a:t>
            </a:r>
            <a:r>
              <a:rPr sz="3650" spc="90" dirty="0">
                <a:solidFill>
                  <a:srgbClr val="FEFEFE"/>
                </a:solidFill>
                <a:latin typeface="Times New Roman"/>
                <a:cs typeface="Times New Roman"/>
              </a:rPr>
              <a:t>have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large </a:t>
            </a:r>
            <a:r>
              <a:rPr sz="3650" spc="155" dirty="0">
                <a:solidFill>
                  <a:srgbClr val="FEFEFE"/>
                </a:solidFill>
                <a:latin typeface="Times New Roman"/>
                <a:cs typeface="Times New Roman"/>
              </a:rPr>
              <a:t>amounts </a:t>
            </a:r>
            <a:r>
              <a:rPr sz="3650" spc="90" dirty="0">
                <a:solidFill>
                  <a:srgbClr val="FEFEFE"/>
                </a:solidFill>
                <a:latin typeface="Times New Roman"/>
                <a:cs typeface="Times New Roman"/>
              </a:rPr>
              <a:t>of </a:t>
            </a:r>
            <a:r>
              <a:rPr sz="3650" spc="135" dirty="0">
                <a:solidFill>
                  <a:srgbClr val="FEFEFE"/>
                </a:solidFill>
                <a:latin typeface="Times New Roman"/>
                <a:cs typeface="Times New Roman"/>
              </a:rPr>
              <a:t>departmental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data that </a:t>
            </a:r>
            <a:r>
              <a:rPr sz="3650" spc="100" dirty="0">
                <a:solidFill>
                  <a:srgbClr val="FEFEFE"/>
                </a:solidFill>
                <a:latin typeface="Times New Roman"/>
                <a:cs typeface="Times New Roman"/>
              </a:rPr>
              <a:t>could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be used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to </a:t>
            </a:r>
            <a:r>
              <a:rPr sz="3650" spc="-90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14" dirty="0">
                <a:solidFill>
                  <a:srgbClr val="FEFEFE"/>
                </a:solidFill>
                <a:latin typeface="Times New Roman"/>
                <a:cs typeface="Times New Roman"/>
              </a:rPr>
              <a:t>inform </a:t>
            </a:r>
            <a:r>
              <a:rPr sz="3650" spc="75" dirty="0">
                <a:solidFill>
                  <a:srgbClr val="FEFEFE"/>
                </a:solidFill>
                <a:latin typeface="Times New Roman"/>
                <a:cs typeface="Times New Roman"/>
              </a:rPr>
              <a:t>decision-making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60" dirty="0">
                <a:solidFill>
                  <a:srgbClr val="FEFEFE"/>
                </a:solidFill>
                <a:latin typeface="Times New Roman"/>
                <a:cs typeface="Times New Roman"/>
              </a:rPr>
              <a:t>drive </a:t>
            </a:r>
            <a:r>
              <a:rPr sz="3650" spc="55" dirty="0">
                <a:solidFill>
                  <a:srgbClr val="FEFEFE"/>
                </a:solidFill>
                <a:latin typeface="Times New Roman"/>
                <a:cs typeface="Times New Roman"/>
              </a:rPr>
              <a:t>business </a:t>
            </a:r>
            <a:r>
              <a:rPr sz="3650" spc="114" dirty="0">
                <a:solidFill>
                  <a:srgbClr val="FEFEFE"/>
                </a:solidFill>
                <a:latin typeface="Times New Roman"/>
                <a:cs typeface="Times New Roman"/>
              </a:rPr>
              <a:t>growth. </a:t>
            </a:r>
            <a:r>
              <a:rPr sz="3650" spc="90" dirty="0">
                <a:solidFill>
                  <a:srgbClr val="FEFEFE"/>
                </a:solidFill>
                <a:latin typeface="Times New Roman"/>
                <a:cs typeface="Times New Roman"/>
              </a:rPr>
              <a:t>However, </a:t>
            </a:r>
            <a:r>
              <a:rPr sz="3650" spc="75" dirty="0">
                <a:solidFill>
                  <a:srgbClr val="FEFEFE"/>
                </a:solidFill>
                <a:latin typeface="Times New Roman"/>
                <a:cs typeface="Times New Roman"/>
              </a:rPr>
              <a:t>analysing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00" dirty="0">
                <a:solidFill>
                  <a:srgbClr val="FEFEFE"/>
                </a:solidFill>
                <a:latin typeface="Times New Roman"/>
                <a:cs typeface="Times New Roman"/>
              </a:rPr>
              <a:t>interpreting </a:t>
            </a:r>
            <a:r>
              <a:rPr sz="3650" spc="85" dirty="0">
                <a:solidFill>
                  <a:srgbClr val="FEFEFE"/>
                </a:solidFill>
                <a:latin typeface="Times New Roman"/>
                <a:cs typeface="Times New Roman"/>
              </a:rPr>
              <a:t>this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data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can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be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complex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time-consuming </a:t>
            </a:r>
            <a:r>
              <a:rPr sz="3650" spc="125" dirty="0">
                <a:solidFill>
                  <a:srgbClr val="FEFEFE"/>
                </a:solidFill>
                <a:latin typeface="Times New Roman"/>
                <a:cs typeface="Times New Roman"/>
              </a:rPr>
              <a:t>task, </a:t>
            </a:r>
            <a:r>
              <a:rPr sz="3650" spc="20" dirty="0">
                <a:solidFill>
                  <a:srgbClr val="FEFEFE"/>
                </a:solidFill>
                <a:latin typeface="Times New Roman"/>
                <a:cs typeface="Times New Roman"/>
              </a:rPr>
              <a:t>especially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when </a:t>
            </a:r>
            <a:r>
              <a:rPr sz="3650" spc="8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70" dirty="0">
                <a:solidFill>
                  <a:srgbClr val="FEFEFE"/>
                </a:solidFill>
                <a:latin typeface="Times New Roman"/>
                <a:cs typeface="Times New Roman"/>
              </a:rPr>
              <a:t>dealing </a:t>
            </a:r>
            <a:r>
              <a:rPr sz="3650" spc="85" dirty="0">
                <a:solidFill>
                  <a:srgbClr val="FEFEFE"/>
                </a:solidFill>
                <a:latin typeface="Times New Roman"/>
                <a:cs typeface="Times New Roman"/>
              </a:rPr>
              <a:t>with </a:t>
            </a:r>
            <a:r>
              <a:rPr sz="3650" spc="75" dirty="0">
                <a:solidFill>
                  <a:srgbClr val="FEFEFE"/>
                </a:solidFill>
                <a:latin typeface="Times New Roman"/>
                <a:cs typeface="Times New Roman"/>
              </a:rPr>
              <a:t>multiple </a:t>
            </a:r>
            <a:r>
              <a:rPr sz="3650" spc="130" dirty="0">
                <a:solidFill>
                  <a:srgbClr val="FEFEFE"/>
                </a:solidFill>
                <a:latin typeface="Times New Roman"/>
                <a:cs typeface="Times New Roman"/>
              </a:rPr>
              <a:t>departments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within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an </a:t>
            </a:r>
            <a:r>
              <a:rPr sz="3650" spc="114" dirty="0">
                <a:solidFill>
                  <a:srgbClr val="FEFEFE"/>
                </a:solidFill>
                <a:latin typeface="Times New Roman"/>
                <a:cs typeface="Times New Roman"/>
              </a:rPr>
              <a:t>organization.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The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lack </a:t>
            </a:r>
            <a:r>
              <a:rPr sz="3650" spc="90" dirty="0">
                <a:solidFill>
                  <a:srgbClr val="FEFEFE"/>
                </a:solidFill>
                <a:latin typeface="Times New Roman"/>
                <a:cs typeface="Times New Roman"/>
              </a:rPr>
              <a:t>of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an </a:t>
            </a:r>
            <a:r>
              <a:rPr sz="3650" spc="25" dirty="0">
                <a:solidFill>
                  <a:srgbClr val="FEFEFE"/>
                </a:solidFill>
                <a:latin typeface="Times New Roman"/>
                <a:cs typeface="Times New Roman"/>
              </a:rPr>
              <a:t>efficient </a:t>
            </a:r>
            <a:r>
              <a:rPr sz="3650" spc="3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data </a:t>
            </a:r>
            <a:r>
              <a:rPr sz="3650" spc="60" dirty="0">
                <a:solidFill>
                  <a:srgbClr val="FEFEFE"/>
                </a:solidFill>
                <a:latin typeface="Times New Roman"/>
                <a:cs typeface="Times New Roman"/>
              </a:rPr>
              <a:t>analysis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process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can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lead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to </a:t>
            </a:r>
            <a:r>
              <a:rPr sz="3650" spc="60" dirty="0">
                <a:solidFill>
                  <a:srgbClr val="FEFEFE"/>
                </a:solidFill>
                <a:latin typeface="Times New Roman"/>
                <a:cs typeface="Times New Roman"/>
              </a:rPr>
              <a:t>mislead </a:t>
            </a:r>
            <a:r>
              <a:rPr sz="3650" spc="114" dirty="0">
                <a:solidFill>
                  <a:srgbClr val="FEFEFE"/>
                </a:solidFill>
                <a:latin typeface="Times New Roman"/>
                <a:cs typeface="Times New Roman"/>
              </a:rPr>
              <a:t>opportunities, 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ineffective </a:t>
            </a:r>
            <a:r>
              <a:rPr sz="3650" spc="75" dirty="0">
                <a:solidFill>
                  <a:srgbClr val="FEFEFE"/>
                </a:solidFill>
                <a:latin typeface="Times New Roman"/>
                <a:cs typeface="Times New Roman"/>
              </a:rPr>
              <a:t>decision-making, </a:t>
            </a:r>
            <a:r>
              <a:rPr sz="3650" spc="-90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ultimately, </a:t>
            </a:r>
            <a:r>
              <a:rPr sz="3650" spc="204" dirty="0">
                <a:solidFill>
                  <a:srgbClr val="FEFEFE"/>
                </a:solidFill>
                <a:latin typeface="Times New Roman"/>
                <a:cs typeface="Times New Roman"/>
              </a:rPr>
              <a:t>a </a:t>
            </a:r>
            <a:r>
              <a:rPr sz="3650" spc="55" dirty="0">
                <a:solidFill>
                  <a:srgbClr val="FEFEFE"/>
                </a:solidFill>
                <a:latin typeface="Times New Roman"/>
                <a:cs typeface="Times New Roman"/>
              </a:rPr>
              <a:t>decrease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in </a:t>
            </a:r>
            <a:r>
              <a:rPr sz="3650" spc="100" dirty="0">
                <a:solidFill>
                  <a:srgbClr val="FEFEFE"/>
                </a:solidFill>
                <a:latin typeface="Times New Roman"/>
                <a:cs typeface="Times New Roman"/>
              </a:rPr>
              <a:t>productivity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revenue. </a:t>
            </a:r>
            <a:r>
              <a:rPr sz="3650" spc="90" dirty="0">
                <a:solidFill>
                  <a:srgbClr val="FEFEFE"/>
                </a:solidFill>
                <a:latin typeface="Times New Roman"/>
                <a:cs typeface="Times New Roman"/>
              </a:rPr>
              <a:t>Therefore,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the problem </a:t>
            </a:r>
            <a:r>
              <a:rPr sz="3650" spc="12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14" dirty="0">
                <a:solidFill>
                  <a:srgbClr val="FEFEFE"/>
                </a:solidFill>
                <a:latin typeface="Times New Roman"/>
                <a:cs typeface="Times New Roman"/>
              </a:rPr>
              <a:t>statement </a:t>
            </a:r>
            <a:r>
              <a:rPr sz="3650" spc="-25" dirty="0">
                <a:solidFill>
                  <a:srgbClr val="FEFEFE"/>
                </a:solidFill>
                <a:latin typeface="Times New Roman"/>
                <a:cs typeface="Times New Roman"/>
              </a:rPr>
              <a:t>is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how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to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develop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an </a:t>
            </a:r>
            <a:r>
              <a:rPr sz="3650" spc="25" dirty="0">
                <a:solidFill>
                  <a:srgbClr val="FEFEFE"/>
                </a:solidFill>
                <a:latin typeface="Times New Roman"/>
                <a:cs typeface="Times New Roman"/>
              </a:rPr>
              <a:t>efficient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5" dirty="0">
                <a:solidFill>
                  <a:srgbClr val="FEFEFE"/>
                </a:solidFill>
                <a:latin typeface="Times New Roman"/>
                <a:cs typeface="Times New Roman"/>
              </a:rPr>
              <a:t>effective </a:t>
            </a:r>
            <a:r>
              <a:rPr sz="3650" spc="135" dirty="0">
                <a:solidFill>
                  <a:srgbClr val="FEFEFE"/>
                </a:solidFill>
                <a:latin typeface="Times New Roman"/>
                <a:cs typeface="Times New Roman"/>
              </a:rPr>
              <a:t>departmental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data </a:t>
            </a:r>
            <a:r>
              <a:rPr sz="3650" spc="60" dirty="0">
                <a:solidFill>
                  <a:srgbClr val="FEFEFE"/>
                </a:solidFill>
                <a:latin typeface="Times New Roman"/>
                <a:cs typeface="Times New Roman"/>
              </a:rPr>
              <a:t>analysis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 process</a:t>
            </a:r>
            <a:r>
              <a:rPr sz="3650" spc="1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that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enables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05" dirty="0">
                <a:solidFill>
                  <a:srgbClr val="FEFEFE"/>
                </a:solidFill>
                <a:latin typeface="Times New Roman"/>
                <a:cs typeface="Times New Roman"/>
              </a:rPr>
              <a:t>organizations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to</a:t>
            </a:r>
            <a:r>
              <a:rPr sz="3650" spc="1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30" dirty="0">
                <a:solidFill>
                  <a:srgbClr val="FEFEFE"/>
                </a:solidFill>
                <a:latin typeface="Times New Roman"/>
                <a:cs typeface="Times New Roman"/>
              </a:rPr>
              <a:t>leverage</a:t>
            </a:r>
            <a:r>
              <a:rPr sz="3650" spc="1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00" dirty="0">
                <a:solidFill>
                  <a:srgbClr val="FEFEFE"/>
                </a:solidFill>
                <a:latin typeface="Times New Roman"/>
                <a:cs typeface="Times New Roman"/>
              </a:rPr>
              <a:t>their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data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to</a:t>
            </a:r>
            <a:r>
              <a:rPr sz="3650" spc="1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30" dirty="0">
                <a:solidFill>
                  <a:srgbClr val="FEFEFE"/>
                </a:solidFill>
                <a:latin typeface="Times New Roman"/>
                <a:cs typeface="Times New Roman"/>
              </a:rPr>
              <a:t>make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05" dirty="0">
                <a:solidFill>
                  <a:srgbClr val="FEFEFE"/>
                </a:solidFill>
                <a:latin typeface="Times New Roman"/>
                <a:cs typeface="Times New Roman"/>
              </a:rPr>
              <a:t>informed</a:t>
            </a:r>
            <a:r>
              <a:rPr sz="3650" spc="1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45" dirty="0">
                <a:solidFill>
                  <a:srgbClr val="FEFEFE"/>
                </a:solidFill>
                <a:latin typeface="Times New Roman"/>
                <a:cs typeface="Times New Roman"/>
              </a:rPr>
              <a:t>decisions, </a:t>
            </a:r>
            <a:r>
              <a:rPr sz="3650" spc="-90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95" dirty="0">
                <a:solidFill>
                  <a:srgbClr val="FEFEFE"/>
                </a:solidFill>
                <a:latin typeface="Times New Roman"/>
                <a:cs typeface="Times New Roman"/>
              </a:rPr>
              <a:t>improve </a:t>
            </a:r>
            <a:r>
              <a:rPr sz="3650" spc="105" dirty="0">
                <a:solidFill>
                  <a:srgbClr val="FEFEFE"/>
                </a:solidFill>
                <a:latin typeface="Times New Roman"/>
                <a:cs typeface="Times New Roman"/>
              </a:rPr>
              <a:t>performance,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40" dirty="0">
                <a:solidFill>
                  <a:srgbClr val="FEFEFE"/>
                </a:solidFill>
                <a:latin typeface="Times New Roman"/>
                <a:cs typeface="Times New Roman"/>
              </a:rPr>
              <a:t>achieve </a:t>
            </a:r>
            <a:r>
              <a:rPr sz="3650" spc="100" dirty="0">
                <a:solidFill>
                  <a:srgbClr val="FEFEFE"/>
                </a:solidFill>
                <a:latin typeface="Times New Roman"/>
                <a:cs typeface="Times New Roman"/>
              </a:rPr>
              <a:t>their </a:t>
            </a:r>
            <a:r>
              <a:rPr sz="3650" spc="60" dirty="0">
                <a:solidFill>
                  <a:srgbClr val="FEFEFE"/>
                </a:solidFill>
                <a:latin typeface="Times New Roman"/>
                <a:cs typeface="Times New Roman"/>
              </a:rPr>
              <a:t>analysis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goals. </a:t>
            </a:r>
            <a:r>
              <a:rPr sz="3650" spc="85" dirty="0">
                <a:solidFill>
                  <a:srgbClr val="FEFEFE"/>
                </a:solidFill>
                <a:latin typeface="Times New Roman"/>
                <a:cs typeface="Times New Roman"/>
              </a:rPr>
              <a:t>This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process </a:t>
            </a:r>
            <a:r>
              <a:rPr sz="3650" spc="114" dirty="0">
                <a:solidFill>
                  <a:srgbClr val="FEFEFE"/>
                </a:solidFill>
                <a:latin typeface="Times New Roman"/>
                <a:cs typeface="Times New Roman"/>
              </a:rPr>
              <a:t>should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consider </a:t>
            </a:r>
            <a:r>
              <a:rPr sz="3650" spc="-90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the </a:t>
            </a:r>
            <a:r>
              <a:rPr sz="3650" spc="100" dirty="0">
                <a:solidFill>
                  <a:srgbClr val="FEFEFE"/>
                </a:solidFill>
                <a:latin typeface="Times New Roman"/>
                <a:cs typeface="Times New Roman"/>
              </a:rPr>
              <a:t>various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data </a:t>
            </a:r>
            <a:r>
              <a:rPr sz="3650" spc="65" dirty="0">
                <a:solidFill>
                  <a:srgbClr val="FEFEFE"/>
                </a:solidFill>
                <a:latin typeface="Times New Roman"/>
                <a:cs typeface="Times New Roman"/>
              </a:rPr>
              <a:t>sources,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the </a:t>
            </a:r>
            <a:r>
              <a:rPr sz="3650" spc="60" dirty="0">
                <a:solidFill>
                  <a:srgbClr val="FEFEFE"/>
                </a:solidFill>
                <a:latin typeface="Times New Roman"/>
                <a:cs typeface="Times New Roman"/>
              </a:rPr>
              <a:t>complexity </a:t>
            </a:r>
            <a:r>
              <a:rPr sz="3650" spc="90" dirty="0">
                <a:solidFill>
                  <a:srgbClr val="FEFEFE"/>
                </a:solidFill>
                <a:latin typeface="Times New Roman"/>
                <a:cs typeface="Times New Roman"/>
              </a:rPr>
              <a:t>of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the </a:t>
            </a:r>
            <a:r>
              <a:rPr sz="3650" spc="170" dirty="0">
                <a:solidFill>
                  <a:srgbClr val="FEFEFE"/>
                </a:solidFill>
                <a:latin typeface="Times New Roman"/>
                <a:cs typeface="Times New Roman"/>
              </a:rPr>
              <a:t>data,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 </a:t>
            </a:r>
            <a:r>
              <a:rPr sz="3650" spc="120" dirty="0">
                <a:solidFill>
                  <a:srgbClr val="FEFEFE"/>
                </a:solidFill>
                <a:latin typeface="Times New Roman"/>
                <a:cs typeface="Times New Roman"/>
              </a:rPr>
              <a:t>the </a:t>
            </a:r>
            <a:r>
              <a:rPr sz="3650" spc="70" dirty="0">
                <a:solidFill>
                  <a:srgbClr val="FEFEFE"/>
                </a:solidFill>
                <a:latin typeface="Times New Roman"/>
                <a:cs typeface="Times New Roman"/>
              </a:rPr>
              <a:t>different </a:t>
            </a:r>
            <a:r>
              <a:rPr sz="3650" spc="135" dirty="0">
                <a:solidFill>
                  <a:srgbClr val="FEFEFE"/>
                </a:solidFill>
                <a:latin typeface="Times New Roman"/>
                <a:cs typeface="Times New Roman"/>
              </a:rPr>
              <a:t>departmental </a:t>
            </a:r>
            <a:r>
              <a:rPr sz="3650" spc="14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60" dirty="0">
                <a:solidFill>
                  <a:srgbClr val="FEFEFE"/>
                </a:solidFill>
                <a:latin typeface="Times New Roman"/>
                <a:cs typeface="Times New Roman"/>
              </a:rPr>
              <a:t>needs</a:t>
            </a:r>
            <a:r>
              <a:rPr sz="365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5" dirty="0">
                <a:solidFill>
                  <a:srgbClr val="FEFEFE"/>
                </a:solidFill>
                <a:latin typeface="Times New Roman"/>
                <a:cs typeface="Times New Roman"/>
              </a:rPr>
              <a:t>while</a:t>
            </a:r>
            <a:r>
              <a:rPr sz="365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85" dirty="0">
                <a:solidFill>
                  <a:srgbClr val="FEFEFE"/>
                </a:solidFill>
                <a:latin typeface="Times New Roman"/>
                <a:cs typeface="Times New Roman"/>
              </a:rPr>
              <a:t>also</a:t>
            </a:r>
            <a:r>
              <a:rPr sz="3650" spc="-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80" dirty="0">
                <a:solidFill>
                  <a:srgbClr val="FEFEFE"/>
                </a:solidFill>
                <a:latin typeface="Times New Roman"/>
                <a:cs typeface="Times New Roman"/>
              </a:rPr>
              <a:t>ensuring</a:t>
            </a:r>
            <a:r>
              <a:rPr sz="365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5" dirty="0">
                <a:solidFill>
                  <a:srgbClr val="FEFEFE"/>
                </a:solidFill>
                <a:latin typeface="Times New Roman"/>
                <a:cs typeface="Times New Roman"/>
              </a:rPr>
              <a:t>data</a:t>
            </a:r>
            <a:r>
              <a:rPr sz="3650" spc="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85" dirty="0">
                <a:solidFill>
                  <a:srgbClr val="FEFEFE"/>
                </a:solidFill>
                <a:latin typeface="Times New Roman"/>
                <a:cs typeface="Times New Roman"/>
              </a:rPr>
              <a:t>accuracy,</a:t>
            </a:r>
            <a:r>
              <a:rPr sz="365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55" dirty="0">
                <a:solidFill>
                  <a:srgbClr val="FEFEFE"/>
                </a:solidFill>
                <a:latin typeface="Times New Roman"/>
                <a:cs typeface="Times New Roman"/>
              </a:rPr>
              <a:t>consistency,</a:t>
            </a:r>
            <a:r>
              <a:rPr sz="3650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190" dirty="0">
                <a:solidFill>
                  <a:srgbClr val="FEFEFE"/>
                </a:solidFill>
                <a:latin typeface="Times New Roman"/>
                <a:cs typeface="Times New Roman"/>
              </a:rPr>
              <a:t>and</a:t>
            </a:r>
            <a:r>
              <a:rPr sz="3650" spc="-5" dirty="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sz="3650" spc="70" dirty="0">
                <a:solidFill>
                  <a:srgbClr val="FEFEFE"/>
                </a:solidFill>
                <a:latin typeface="Times New Roman"/>
                <a:cs typeface="Times New Roman"/>
              </a:rPr>
              <a:t>privacy.</a:t>
            </a:r>
            <a:endParaRPr sz="36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67802" y="6178334"/>
            <a:ext cx="5866765" cy="4109720"/>
            <a:chOff x="6067802" y="6178334"/>
            <a:chExt cx="5866765" cy="4109720"/>
          </a:xfrm>
        </p:grpSpPr>
        <p:sp>
          <p:nvSpPr>
            <p:cNvPr id="6" name="object 6"/>
            <p:cNvSpPr/>
            <p:nvPr/>
          </p:nvSpPr>
          <p:spPr>
            <a:xfrm>
              <a:off x="9529683" y="7304985"/>
              <a:ext cx="1987550" cy="2983230"/>
            </a:xfrm>
            <a:custGeom>
              <a:avLst/>
              <a:gdLst/>
              <a:ahLst/>
              <a:cxnLst/>
              <a:rect l="l" t="t" r="r" b="b"/>
              <a:pathLst>
                <a:path w="1987550" h="2983229">
                  <a:moveTo>
                    <a:pt x="258371" y="2982973"/>
                  </a:moveTo>
                  <a:lnTo>
                    <a:pt x="207682" y="2980094"/>
                  </a:lnTo>
                  <a:lnTo>
                    <a:pt x="160565" y="2969333"/>
                  </a:lnTo>
                  <a:lnTo>
                    <a:pt x="117958" y="2951025"/>
                  </a:lnTo>
                  <a:lnTo>
                    <a:pt x="80796" y="2925508"/>
                  </a:lnTo>
                  <a:lnTo>
                    <a:pt x="50017" y="2893117"/>
                  </a:lnTo>
                  <a:lnTo>
                    <a:pt x="26557" y="2854189"/>
                  </a:lnTo>
                  <a:lnTo>
                    <a:pt x="11354" y="2809060"/>
                  </a:lnTo>
                  <a:lnTo>
                    <a:pt x="5343" y="2758065"/>
                  </a:lnTo>
                  <a:lnTo>
                    <a:pt x="0" y="1960971"/>
                  </a:lnTo>
                  <a:lnTo>
                    <a:pt x="4896" y="1562473"/>
                  </a:lnTo>
                  <a:lnTo>
                    <a:pt x="10701" y="1514258"/>
                  </a:lnTo>
                  <a:lnTo>
                    <a:pt x="25684" y="1470913"/>
                  </a:lnTo>
                  <a:lnTo>
                    <a:pt x="49003" y="1432866"/>
                  </a:lnTo>
                  <a:lnTo>
                    <a:pt x="79814" y="1400541"/>
                  </a:lnTo>
                  <a:lnTo>
                    <a:pt x="117274" y="1374365"/>
                  </a:lnTo>
                  <a:lnTo>
                    <a:pt x="160541" y="1354763"/>
                  </a:lnTo>
                  <a:lnTo>
                    <a:pt x="208770" y="1342163"/>
                  </a:lnTo>
                  <a:lnTo>
                    <a:pt x="261119" y="1336990"/>
                  </a:lnTo>
                  <a:lnTo>
                    <a:pt x="555441" y="1333520"/>
                  </a:lnTo>
                  <a:lnTo>
                    <a:pt x="800657" y="1336798"/>
                  </a:lnTo>
                  <a:lnTo>
                    <a:pt x="846679" y="1335658"/>
                  </a:lnTo>
                  <a:lnTo>
                    <a:pt x="907200" y="1307770"/>
                  </a:lnTo>
                  <a:lnTo>
                    <a:pt x="931580" y="1221916"/>
                  </a:lnTo>
                  <a:lnTo>
                    <a:pt x="940000" y="1121589"/>
                  </a:lnTo>
                  <a:lnTo>
                    <a:pt x="951303" y="1021587"/>
                  </a:lnTo>
                  <a:lnTo>
                    <a:pt x="965565" y="921977"/>
                  </a:lnTo>
                  <a:lnTo>
                    <a:pt x="982861" y="822825"/>
                  </a:lnTo>
                  <a:lnTo>
                    <a:pt x="1003267" y="724198"/>
                  </a:lnTo>
                  <a:lnTo>
                    <a:pt x="1026858" y="626161"/>
                  </a:lnTo>
                  <a:lnTo>
                    <a:pt x="1053709" y="528781"/>
                  </a:lnTo>
                  <a:lnTo>
                    <a:pt x="1068381" y="480358"/>
                  </a:lnTo>
                  <a:lnTo>
                    <a:pt x="1085185" y="432324"/>
                  </a:lnTo>
                  <a:lnTo>
                    <a:pt x="1104912" y="386338"/>
                  </a:lnTo>
                  <a:lnTo>
                    <a:pt x="1127444" y="342487"/>
                  </a:lnTo>
                  <a:lnTo>
                    <a:pt x="1152664" y="300857"/>
                  </a:lnTo>
                  <a:lnTo>
                    <a:pt x="1180453" y="261536"/>
                  </a:lnTo>
                  <a:lnTo>
                    <a:pt x="1210694" y="224610"/>
                  </a:lnTo>
                  <a:lnTo>
                    <a:pt x="1243269" y="190166"/>
                  </a:lnTo>
                  <a:lnTo>
                    <a:pt x="1278059" y="158292"/>
                  </a:lnTo>
                  <a:lnTo>
                    <a:pt x="1314948" y="129074"/>
                  </a:lnTo>
                  <a:lnTo>
                    <a:pt x="1353817" y="102600"/>
                  </a:lnTo>
                  <a:lnTo>
                    <a:pt x="1394548" y="78956"/>
                  </a:lnTo>
                  <a:lnTo>
                    <a:pt x="1437023" y="58229"/>
                  </a:lnTo>
                  <a:lnTo>
                    <a:pt x="1481125" y="40506"/>
                  </a:lnTo>
                  <a:lnTo>
                    <a:pt x="1526736" y="25874"/>
                  </a:lnTo>
                  <a:lnTo>
                    <a:pt x="1573738" y="14421"/>
                  </a:lnTo>
                  <a:lnTo>
                    <a:pt x="1622013" y="6233"/>
                  </a:lnTo>
                  <a:lnTo>
                    <a:pt x="1671442" y="1397"/>
                  </a:lnTo>
                  <a:lnTo>
                    <a:pt x="1721909" y="0"/>
                  </a:lnTo>
                  <a:lnTo>
                    <a:pt x="1772716" y="2842"/>
                  </a:lnTo>
                  <a:lnTo>
                    <a:pt x="1818394" y="10570"/>
                  </a:lnTo>
                  <a:lnTo>
                    <a:pt x="1858847" y="23090"/>
                  </a:lnTo>
                  <a:lnTo>
                    <a:pt x="1893974" y="40307"/>
                  </a:lnTo>
                  <a:lnTo>
                    <a:pt x="1947862" y="88453"/>
                  </a:lnTo>
                  <a:lnTo>
                    <a:pt x="1979268" y="154250"/>
                  </a:lnTo>
                  <a:lnTo>
                    <a:pt x="1986295" y="193531"/>
                  </a:lnTo>
                  <a:lnTo>
                    <a:pt x="1987406" y="236940"/>
                  </a:lnTo>
                  <a:lnTo>
                    <a:pt x="1982503" y="284383"/>
                  </a:lnTo>
                  <a:lnTo>
                    <a:pt x="1971487" y="335765"/>
                  </a:lnTo>
                  <a:lnTo>
                    <a:pt x="1670286" y="1435352"/>
                  </a:lnTo>
                  <a:lnTo>
                    <a:pt x="1636981" y="1543920"/>
                  </a:lnTo>
                  <a:lnTo>
                    <a:pt x="1620795" y="1589498"/>
                  </a:lnTo>
                  <a:lnTo>
                    <a:pt x="1604330" y="1629719"/>
                  </a:lnTo>
                  <a:lnTo>
                    <a:pt x="1587141" y="1664917"/>
                  </a:lnTo>
                  <a:lnTo>
                    <a:pt x="1548821" y="1721587"/>
                  </a:lnTo>
                  <a:lnTo>
                    <a:pt x="1502290" y="1762188"/>
                  </a:lnTo>
                  <a:lnTo>
                    <a:pt x="1444003" y="1789398"/>
                  </a:lnTo>
                  <a:lnTo>
                    <a:pt x="1370413" y="1805897"/>
                  </a:lnTo>
                  <a:lnTo>
                    <a:pt x="1326772" y="1810967"/>
                  </a:lnTo>
                  <a:lnTo>
                    <a:pt x="1277976" y="1814364"/>
                  </a:lnTo>
                  <a:lnTo>
                    <a:pt x="1163145" y="1817480"/>
                  </a:lnTo>
                  <a:lnTo>
                    <a:pt x="751337" y="1820140"/>
                  </a:lnTo>
                  <a:lnTo>
                    <a:pt x="697259" y="1818768"/>
                  </a:lnTo>
                  <a:lnTo>
                    <a:pt x="643281" y="1815879"/>
                  </a:lnTo>
                  <a:lnTo>
                    <a:pt x="593375" y="1815083"/>
                  </a:lnTo>
                  <a:lnTo>
                    <a:pt x="553607" y="1821698"/>
                  </a:lnTo>
                  <a:lnTo>
                    <a:pt x="523955" y="1837435"/>
                  </a:lnTo>
                  <a:lnTo>
                    <a:pt x="504400" y="1864008"/>
                  </a:lnTo>
                  <a:lnTo>
                    <a:pt x="494918" y="1903128"/>
                  </a:lnTo>
                  <a:lnTo>
                    <a:pt x="495489" y="1956510"/>
                  </a:lnTo>
                  <a:lnTo>
                    <a:pt x="499276" y="2010318"/>
                  </a:lnTo>
                  <a:lnTo>
                    <a:pt x="501066" y="2064313"/>
                  </a:lnTo>
                  <a:lnTo>
                    <a:pt x="498109" y="2335404"/>
                  </a:lnTo>
                  <a:lnTo>
                    <a:pt x="497086" y="2335403"/>
                  </a:lnTo>
                  <a:lnTo>
                    <a:pt x="498300" y="2641698"/>
                  </a:lnTo>
                  <a:lnTo>
                    <a:pt x="495873" y="2743688"/>
                  </a:lnTo>
                  <a:lnTo>
                    <a:pt x="489790" y="2796577"/>
                  </a:lnTo>
                  <a:lnTo>
                    <a:pt x="476132" y="2843416"/>
                  </a:lnTo>
                  <a:lnTo>
                    <a:pt x="455314" y="2883947"/>
                  </a:lnTo>
                  <a:lnTo>
                    <a:pt x="427752" y="2917913"/>
                  </a:lnTo>
                  <a:lnTo>
                    <a:pt x="393861" y="2945056"/>
                  </a:lnTo>
                  <a:lnTo>
                    <a:pt x="354056" y="2965119"/>
                  </a:lnTo>
                  <a:lnTo>
                    <a:pt x="308755" y="2977844"/>
                  </a:lnTo>
                  <a:lnTo>
                    <a:pt x="258371" y="2982973"/>
                  </a:lnTo>
                  <a:close/>
                </a:path>
              </a:pathLst>
            </a:custGeom>
            <a:solidFill>
              <a:srgbClr val="010101">
                <a:alpha val="1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82118" y="7041933"/>
              <a:ext cx="3834765" cy="3246120"/>
            </a:xfrm>
            <a:custGeom>
              <a:avLst/>
              <a:gdLst/>
              <a:ahLst/>
              <a:cxnLst/>
              <a:rect l="l" t="t" r="r" b="b"/>
              <a:pathLst>
                <a:path w="3834765" h="3246120">
                  <a:moveTo>
                    <a:pt x="1989861" y="1927186"/>
                  </a:moveTo>
                  <a:lnTo>
                    <a:pt x="1987981" y="1869160"/>
                  </a:lnTo>
                  <a:lnTo>
                    <a:pt x="1982368" y="1817649"/>
                  </a:lnTo>
                  <a:lnTo>
                    <a:pt x="1972716" y="1772386"/>
                  </a:lnTo>
                  <a:lnTo>
                    <a:pt x="1958759" y="1733067"/>
                  </a:lnTo>
                  <a:lnTo>
                    <a:pt x="1940179" y="1699425"/>
                  </a:lnTo>
                  <a:lnTo>
                    <a:pt x="1888020" y="1647977"/>
                  </a:lnTo>
                  <a:lnTo>
                    <a:pt x="1853844" y="1629613"/>
                  </a:lnTo>
                  <a:lnTo>
                    <a:pt x="1813890" y="1615770"/>
                  </a:lnTo>
                  <a:lnTo>
                    <a:pt x="1767852" y="1606169"/>
                  </a:lnTo>
                  <a:lnTo>
                    <a:pt x="1715452" y="1600504"/>
                  </a:lnTo>
                  <a:lnTo>
                    <a:pt x="1656397" y="1598510"/>
                  </a:lnTo>
                  <a:lnTo>
                    <a:pt x="1293139" y="1596745"/>
                  </a:lnTo>
                  <a:lnTo>
                    <a:pt x="1189634" y="1600809"/>
                  </a:lnTo>
                  <a:lnTo>
                    <a:pt x="1135545" y="1598739"/>
                  </a:lnTo>
                  <a:lnTo>
                    <a:pt x="1097889" y="1584845"/>
                  </a:lnTo>
                  <a:lnTo>
                    <a:pt x="1060450" y="1520228"/>
                  </a:lnTo>
                  <a:lnTo>
                    <a:pt x="1054938" y="1468805"/>
                  </a:lnTo>
                  <a:lnTo>
                    <a:pt x="1052131" y="1417840"/>
                  </a:lnTo>
                  <a:lnTo>
                    <a:pt x="1043266" y="1316304"/>
                  </a:lnTo>
                  <a:lnTo>
                    <a:pt x="1030376" y="1215326"/>
                  </a:lnTo>
                  <a:lnTo>
                    <a:pt x="1013841" y="1114920"/>
                  </a:lnTo>
                  <a:lnTo>
                    <a:pt x="994041" y="1015085"/>
                  </a:lnTo>
                  <a:lnTo>
                    <a:pt x="971334" y="915847"/>
                  </a:lnTo>
                  <a:lnTo>
                    <a:pt x="932637" y="768083"/>
                  </a:lnTo>
                  <a:lnTo>
                    <a:pt x="917194" y="719226"/>
                  </a:lnTo>
                  <a:lnTo>
                    <a:pt x="898804" y="672414"/>
                  </a:lnTo>
                  <a:lnTo>
                    <a:pt x="877557" y="627722"/>
                  </a:lnTo>
                  <a:lnTo>
                    <a:pt x="853605" y="585241"/>
                  </a:lnTo>
                  <a:lnTo>
                    <a:pt x="827062" y="545020"/>
                  </a:lnTo>
                  <a:lnTo>
                    <a:pt x="798042" y="507161"/>
                  </a:lnTo>
                  <a:lnTo>
                    <a:pt x="766660" y="471728"/>
                  </a:lnTo>
                  <a:lnTo>
                    <a:pt x="733056" y="438785"/>
                  </a:lnTo>
                  <a:lnTo>
                    <a:pt x="697344" y="408432"/>
                  </a:lnTo>
                  <a:lnTo>
                    <a:pt x="659638" y="380720"/>
                  </a:lnTo>
                  <a:lnTo>
                    <a:pt x="620077" y="355739"/>
                  </a:lnTo>
                  <a:lnTo>
                    <a:pt x="578764" y="333565"/>
                  </a:lnTo>
                  <a:lnTo>
                    <a:pt x="535825" y="314261"/>
                  </a:lnTo>
                  <a:lnTo>
                    <a:pt x="491375" y="297916"/>
                  </a:lnTo>
                  <a:lnTo>
                    <a:pt x="445554" y="284594"/>
                  </a:lnTo>
                  <a:lnTo>
                    <a:pt x="398475" y="274383"/>
                  </a:lnTo>
                  <a:lnTo>
                    <a:pt x="350253" y="267347"/>
                  </a:lnTo>
                  <a:lnTo>
                    <a:pt x="301002" y="263575"/>
                  </a:lnTo>
                  <a:lnTo>
                    <a:pt x="250875" y="263118"/>
                  </a:lnTo>
                  <a:lnTo>
                    <a:pt x="201117" y="267208"/>
                  </a:lnTo>
                  <a:lnTo>
                    <a:pt x="156311" y="276745"/>
                  </a:lnTo>
                  <a:lnTo>
                    <a:pt x="116674" y="291528"/>
                  </a:lnTo>
                  <a:lnTo>
                    <a:pt x="82435" y="311340"/>
                  </a:lnTo>
                  <a:lnTo>
                    <a:pt x="31051" y="365099"/>
                  </a:lnTo>
                  <a:lnTo>
                    <a:pt x="3911" y="436245"/>
                  </a:lnTo>
                  <a:lnTo>
                    <a:pt x="0" y="477761"/>
                  </a:lnTo>
                  <a:lnTo>
                    <a:pt x="2819" y="522960"/>
                  </a:lnTo>
                  <a:lnTo>
                    <a:pt x="12598" y="571601"/>
                  </a:lnTo>
                  <a:lnTo>
                    <a:pt x="348056" y="1804187"/>
                  </a:lnTo>
                  <a:lnTo>
                    <a:pt x="365734" y="1858683"/>
                  </a:lnTo>
                  <a:lnTo>
                    <a:pt x="386829" y="1906701"/>
                  </a:lnTo>
                  <a:lnTo>
                    <a:pt x="411543" y="1948446"/>
                  </a:lnTo>
                  <a:lnTo>
                    <a:pt x="440105" y="1984082"/>
                  </a:lnTo>
                  <a:lnTo>
                    <a:pt x="472706" y="2013813"/>
                  </a:lnTo>
                  <a:lnTo>
                    <a:pt x="509562" y="2037816"/>
                  </a:lnTo>
                  <a:lnTo>
                    <a:pt x="550887" y="2056282"/>
                  </a:lnTo>
                  <a:lnTo>
                    <a:pt x="596912" y="2069401"/>
                  </a:lnTo>
                  <a:lnTo>
                    <a:pt x="647814" y="2077364"/>
                  </a:lnTo>
                  <a:lnTo>
                    <a:pt x="703834" y="2080348"/>
                  </a:lnTo>
                  <a:lnTo>
                    <a:pt x="1208951" y="2082685"/>
                  </a:lnTo>
                  <a:lnTo>
                    <a:pt x="1360233" y="2077910"/>
                  </a:lnTo>
                  <a:lnTo>
                    <a:pt x="1418602" y="2080260"/>
                  </a:lnTo>
                  <a:lnTo>
                    <a:pt x="1457807" y="2094407"/>
                  </a:lnTo>
                  <a:lnTo>
                    <a:pt x="1481150" y="2121331"/>
                  </a:lnTo>
                  <a:lnTo>
                    <a:pt x="1491957" y="2162022"/>
                  </a:lnTo>
                  <a:lnTo>
                    <a:pt x="1493520" y="2217458"/>
                  </a:lnTo>
                  <a:lnTo>
                    <a:pt x="1489570" y="2419654"/>
                  </a:lnTo>
                  <a:lnTo>
                    <a:pt x="1491475" y="2976080"/>
                  </a:lnTo>
                  <a:lnTo>
                    <a:pt x="1495107" y="3029445"/>
                  </a:lnTo>
                  <a:lnTo>
                    <a:pt x="1505013" y="3077451"/>
                  </a:lnTo>
                  <a:lnTo>
                    <a:pt x="1520977" y="3119907"/>
                  </a:lnTo>
                  <a:lnTo>
                    <a:pt x="1542745" y="3156572"/>
                  </a:lnTo>
                  <a:lnTo>
                    <a:pt x="1570062" y="3187242"/>
                  </a:lnTo>
                  <a:lnTo>
                    <a:pt x="1602714" y="3211703"/>
                  </a:lnTo>
                  <a:lnTo>
                    <a:pt x="1640446" y="3229749"/>
                  </a:lnTo>
                  <a:lnTo>
                    <a:pt x="1683016" y="3241154"/>
                  </a:lnTo>
                  <a:lnTo>
                    <a:pt x="1730197" y="3245713"/>
                  </a:lnTo>
                  <a:lnTo>
                    <a:pt x="1779625" y="3242983"/>
                  </a:lnTo>
                  <a:lnTo>
                    <a:pt x="1824786" y="3232734"/>
                  </a:lnTo>
                  <a:lnTo>
                    <a:pt x="1865287" y="3215297"/>
                  </a:lnTo>
                  <a:lnTo>
                    <a:pt x="1900758" y="3191002"/>
                  </a:lnTo>
                  <a:lnTo>
                    <a:pt x="1930806" y="3160153"/>
                  </a:lnTo>
                  <a:lnTo>
                    <a:pt x="1955038" y="3123082"/>
                  </a:lnTo>
                  <a:lnTo>
                    <a:pt x="1973097" y="3080105"/>
                  </a:lnTo>
                  <a:lnTo>
                    <a:pt x="1984578" y="3031553"/>
                  </a:lnTo>
                  <a:lnTo>
                    <a:pt x="1989099" y="2977743"/>
                  </a:lnTo>
                  <a:lnTo>
                    <a:pt x="1989810" y="2927350"/>
                  </a:lnTo>
                  <a:lnTo>
                    <a:pt x="1989797" y="2423325"/>
                  </a:lnTo>
                  <a:lnTo>
                    <a:pt x="1989861" y="1927186"/>
                  </a:lnTo>
                  <a:close/>
                </a:path>
                <a:path w="3834765" h="3246120">
                  <a:moveTo>
                    <a:pt x="3450425" y="638263"/>
                  </a:moveTo>
                  <a:lnTo>
                    <a:pt x="3450399" y="457809"/>
                  </a:lnTo>
                  <a:lnTo>
                    <a:pt x="3446780" y="409105"/>
                  </a:lnTo>
                  <a:lnTo>
                    <a:pt x="3439033" y="362318"/>
                  </a:lnTo>
                  <a:lnTo>
                    <a:pt x="3427323" y="317627"/>
                  </a:lnTo>
                  <a:lnTo>
                    <a:pt x="3411804" y="275170"/>
                  </a:lnTo>
                  <a:lnTo>
                    <a:pt x="3392627" y="235127"/>
                  </a:lnTo>
                  <a:lnTo>
                    <a:pt x="3369983" y="197662"/>
                  </a:lnTo>
                  <a:lnTo>
                    <a:pt x="3343999" y="162928"/>
                  </a:lnTo>
                  <a:lnTo>
                    <a:pt x="3314852" y="131089"/>
                  </a:lnTo>
                  <a:lnTo>
                    <a:pt x="3282708" y="102323"/>
                  </a:lnTo>
                  <a:lnTo>
                    <a:pt x="3247720" y="76771"/>
                  </a:lnTo>
                  <a:lnTo>
                    <a:pt x="3210039" y="54610"/>
                  </a:lnTo>
                  <a:lnTo>
                    <a:pt x="3169843" y="36004"/>
                  </a:lnTo>
                  <a:lnTo>
                    <a:pt x="3127298" y="21107"/>
                  </a:lnTo>
                  <a:lnTo>
                    <a:pt x="3082544" y="10083"/>
                  </a:lnTo>
                  <a:lnTo>
                    <a:pt x="3035757" y="3098"/>
                  </a:lnTo>
                  <a:lnTo>
                    <a:pt x="2987090" y="330"/>
                  </a:lnTo>
                  <a:lnTo>
                    <a:pt x="2535415" y="0"/>
                  </a:lnTo>
                  <a:lnTo>
                    <a:pt x="2054529" y="647"/>
                  </a:lnTo>
                  <a:lnTo>
                    <a:pt x="2003158" y="4165"/>
                  </a:lnTo>
                  <a:lnTo>
                    <a:pt x="1954606" y="12306"/>
                  </a:lnTo>
                  <a:lnTo>
                    <a:pt x="1908873" y="24968"/>
                  </a:lnTo>
                  <a:lnTo>
                    <a:pt x="1865972" y="42037"/>
                  </a:lnTo>
                  <a:lnTo>
                    <a:pt x="1825879" y="63398"/>
                  </a:lnTo>
                  <a:lnTo>
                    <a:pt x="1788604" y="88925"/>
                  </a:lnTo>
                  <a:lnTo>
                    <a:pt x="1754149" y="118541"/>
                  </a:lnTo>
                  <a:lnTo>
                    <a:pt x="1722513" y="152095"/>
                  </a:lnTo>
                  <a:lnTo>
                    <a:pt x="1693697" y="189496"/>
                  </a:lnTo>
                  <a:lnTo>
                    <a:pt x="1667700" y="230632"/>
                  </a:lnTo>
                  <a:lnTo>
                    <a:pt x="1644510" y="275386"/>
                  </a:lnTo>
                  <a:lnTo>
                    <a:pt x="1626044" y="323075"/>
                  </a:lnTo>
                  <a:lnTo>
                    <a:pt x="1614043" y="371589"/>
                  </a:lnTo>
                  <a:lnTo>
                    <a:pt x="1607273" y="420763"/>
                  </a:lnTo>
                  <a:lnTo>
                    <a:pt x="1604543" y="470458"/>
                  </a:lnTo>
                  <a:lnTo>
                    <a:pt x="1604632" y="520509"/>
                  </a:lnTo>
                  <a:lnTo>
                    <a:pt x="1609674" y="671220"/>
                  </a:lnTo>
                  <a:lnTo>
                    <a:pt x="1608912" y="721118"/>
                  </a:lnTo>
                  <a:lnTo>
                    <a:pt x="1631492" y="763143"/>
                  </a:lnTo>
                  <a:lnTo>
                    <a:pt x="1704035" y="767575"/>
                  </a:lnTo>
                  <a:lnTo>
                    <a:pt x="1757718" y="770610"/>
                  </a:lnTo>
                  <a:lnTo>
                    <a:pt x="1810778" y="771982"/>
                  </a:lnTo>
                  <a:lnTo>
                    <a:pt x="1861985" y="768375"/>
                  </a:lnTo>
                  <a:lnTo>
                    <a:pt x="1910118" y="756513"/>
                  </a:lnTo>
                  <a:lnTo>
                    <a:pt x="1939429" y="684263"/>
                  </a:lnTo>
                  <a:lnTo>
                    <a:pt x="1934159" y="632053"/>
                  </a:lnTo>
                  <a:lnTo>
                    <a:pt x="1933892" y="582396"/>
                  </a:lnTo>
                  <a:lnTo>
                    <a:pt x="1935708" y="544093"/>
                  </a:lnTo>
                  <a:lnTo>
                    <a:pt x="1944077" y="524560"/>
                  </a:lnTo>
                  <a:lnTo>
                    <a:pt x="1958784" y="510997"/>
                  </a:lnTo>
                  <a:lnTo>
                    <a:pt x="1979574" y="505155"/>
                  </a:lnTo>
                  <a:lnTo>
                    <a:pt x="2001913" y="509828"/>
                  </a:lnTo>
                  <a:lnTo>
                    <a:pt x="2015236" y="524357"/>
                  </a:lnTo>
                  <a:lnTo>
                    <a:pt x="2022157" y="544779"/>
                  </a:lnTo>
                  <a:lnTo>
                    <a:pt x="2026970" y="585330"/>
                  </a:lnTo>
                  <a:lnTo>
                    <a:pt x="2028126" y="621868"/>
                  </a:lnTo>
                  <a:lnTo>
                    <a:pt x="2023160" y="692200"/>
                  </a:lnTo>
                  <a:lnTo>
                    <a:pt x="2033473" y="729792"/>
                  </a:lnTo>
                  <a:lnTo>
                    <a:pt x="2057908" y="754126"/>
                  </a:lnTo>
                  <a:lnTo>
                    <a:pt x="2097049" y="766800"/>
                  </a:lnTo>
                  <a:lnTo>
                    <a:pt x="2151519" y="769416"/>
                  </a:lnTo>
                  <a:lnTo>
                    <a:pt x="2201989" y="767969"/>
                  </a:lnTo>
                  <a:lnTo>
                    <a:pt x="2555494" y="763600"/>
                  </a:lnTo>
                  <a:lnTo>
                    <a:pt x="2909011" y="769416"/>
                  </a:lnTo>
                  <a:lnTo>
                    <a:pt x="2964815" y="767892"/>
                  </a:lnTo>
                  <a:lnTo>
                    <a:pt x="3006737" y="757288"/>
                  </a:lnTo>
                  <a:lnTo>
                    <a:pt x="3034449" y="734237"/>
                  </a:lnTo>
                  <a:lnTo>
                    <a:pt x="3047606" y="695337"/>
                  </a:lnTo>
                  <a:lnTo>
                    <a:pt x="3045879" y="637222"/>
                  </a:lnTo>
                  <a:lnTo>
                    <a:pt x="3039592" y="598220"/>
                  </a:lnTo>
                  <a:lnTo>
                    <a:pt x="3037357" y="555879"/>
                  </a:lnTo>
                  <a:lnTo>
                    <a:pt x="3050781" y="522439"/>
                  </a:lnTo>
                  <a:lnTo>
                    <a:pt x="3091434" y="510133"/>
                  </a:lnTo>
                  <a:lnTo>
                    <a:pt x="3128035" y="525614"/>
                  </a:lnTo>
                  <a:lnTo>
                    <a:pt x="3140202" y="560527"/>
                  </a:lnTo>
                  <a:lnTo>
                    <a:pt x="3138297" y="603643"/>
                  </a:lnTo>
                  <a:lnTo>
                    <a:pt x="3132709" y="643737"/>
                  </a:lnTo>
                  <a:lnTo>
                    <a:pt x="3132290" y="698246"/>
                  </a:lnTo>
                  <a:lnTo>
                    <a:pt x="3145396" y="735063"/>
                  </a:lnTo>
                  <a:lnTo>
                    <a:pt x="3171761" y="757161"/>
                  </a:lnTo>
                  <a:lnTo>
                    <a:pt x="3211195" y="767499"/>
                  </a:lnTo>
                  <a:lnTo>
                    <a:pt x="3263442" y="769035"/>
                  </a:lnTo>
                  <a:lnTo>
                    <a:pt x="3325241" y="766940"/>
                  </a:lnTo>
                  <a:lnTo>
                    <a:pt x="3371697" y="763435"/>
                  </a:lnTo>
                  <a:lnTo>
                    <a:pt x="3427336" y="742327"/>
                  </a:lnTo>
                  <a:lnTo>
                    <a:pt x="3447859" y="685901"/>
                  </a:lnTo>
                  <a:lnTo>
                    <a:pt x="3450425" y="638263"/>
                  </a:lnTo>
                  <a:close/>
                </a:path>
                <a:path w="3834765" h="3246120">
                  <a:moveTo>
                    <a:pt x="3834282" y="998842"/>
                  </a:moveTo>
                  <a:lnTo>
                    <a:pt x="3830243" y="967968"/>
                  </a:lnTo>
                  <a:lnTo>
                    <a:pt x="3814508" y="943038"/>
                  </a:lnTo>
                  <a:lnTo>
                    <a:pt x="3781704" y="926541"/>
                  </a:lnTo>
                  <a:lnTo>
                    <a:pt x="3726434" y="920915"/>
                  </a:lnTo>
                  <a:lnTo>
                    <a:pt x="1347774" y="921169"/>
                  </a:lnTo>
                  <a:lnTo>
                    <a:pt x="1292898" y="926261"/>
                  </a:lnTo>
                  <a:lnTo>
                    <a:pt x="1240358" y="964057"/>
                  </a:lnTo>
                  <a:lnTo>
                    <a:pt x="1233271" y="1024978"/>
                  </a:lnTo>
                  <a:lnTo>
                    <a:pt x="1235202" y="1058951"/>
                  </a:lnTo>
                  <a:lnTo>
                    <a:pt x="1234617" y="1092530"/>
                  </a:lnTo>
                  <a:lnTo>
                    <a:pt x="1231366" y="1139596"/>
                  </a:lnTo>
                  <a:lnTo>
                    <a:pt x="1235786" y="1178547"/>
                  </a:lnTo>
                  <a:lnTo>
                    <a:pt x="1288770" y="1225892"/>
                  </a:lnTo>
                  <a:lnTo>
                    <a:pt x="1347901" y="1231188"/>
                  </a:lnTo>
                  <a:lnTo>
                    <a:pt x="1497406" y="1228496"/>
                  </a:lnTo>
                  <a:lnTo>
                    <a:pt x="2544483" y="1227861"/>
                  </a:lnTo>
                  <a:lnTo>
                    <a:pt x="3726434" y="1230871"/>
                  </a:lnTo>
                  <a:lnTo>
                    <a:pt x="3785933" y="1224838"/>
                  </a:lnTo>
                  <a:lnTo>
                    <a:pt x="3818953" y="1205661"/>
                  </a:lnTo>
                  <a:lnTo>
                    <a:pt x="3834092" y="1142111"/>
                  </a:lnTo>
                  <a:lnTo>
                    <a:pt x="3830459" y="1104836"/>
                  </a:lnTo>
                  <a:lnTo>
                    <a:pt x="3828859" y="1068641"/>
                  </a:lnTo>
                  <a:lnTo>
                    <a:pt x="3834282" y="998842"/>
                  </a:lnTo>
                  <a:close/>
                </a:path>
              </a:pathLst>
            </a:custGeom>
            <a:solidFill>
              <a:srgbClr val="000000">
                <a:alpha val="1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67793" y="6178346"/>
              <a:ext cx="5866765" cy="3406140"/>
            </a:xfrm>
            <a:custGeom>
              <a:avLst/>
              <a:gdLst/>
              <a:ahLst/>
              <a:cxnLst/>
              <a:rect l="l" t="t" r="r" b="b"/>
              <a:pathLst>
                <a:path w="5866765" h="3406140">
                  <a:moveTo>
                    <a:pt x="1243520" y="575868"/>
                  </a:moveTo>
                  <a:lnTo>
                    <a:pt x="1240205" y="526478"/>
                  </a:lnTo>
                  <a:lnTo>
                    <a:pt x="1231290" y="479145"/>
                  </a:lnTo>
                  <a:lnTo>
                    <a:pt x="1217104" y="434213"/>
                  </a:lnTo>
                  <a:lnTo>
                    <a:pt x="1197978" y="391985"/>
                  </a:lnTo>
                  <a:lnTo>
                    <a:pt x="1174229" y="352818"/>
                  </a:lnTo>
                  <a:lnTo>
                    <a:pt x="1146187" y="317017"/>
                  </a:lnTo>
                  <a:lnTo>
                    <a:pt x="1114183" y="284911"/>
                  </a:lnTo>
                  <a:lnTo>
                    <a:pt x="1078534" y="256832"/>
                  </a:lnTo>
                  <a:lnTo>
                    <a:pt x="1039571" y="233095"/>
                  </a:lnTo>
                  <a:lnTo>
                    <a:pt x="997623" y="214033"/>
                  </a:lnTo>
                  <a:lnTo>
                    <a:pt x="953008" y="199974"/>
                  </a:lnTo>
                  <a:lnTo>
                    <a:pt x="906043" y="191249"/>
                  </a:lnTo>
                  <a:lnTo>
                    <a:pt x="857072" y="188163"/>
                  </a:lnTo>
                  <a:lnTo>
                    <a:pt x="808329" y="190754"/>
                  </a:lnTo>
                  <a:lnTo>
                    <a:pt x="761339" y="198564"/>
                  </a:lnTo>
                  <a:lnTo>
                    <a:pt x="716407" y="211277"/>
                  </a:lnTo>
                  <a:lnTo>
                    <a:pt x="673836" y="228612"/>
                  </a:lnTo>
                  <a:lnTo>
                    <a:pt x="633945" y="250240"/>
                  </a:lnTo>
                  <a:lnTo>
                    <a:pt x="597052" y="275882"/>
                  </a:lnTo>
                  <a:lnTo>
                    <a:pt x="563473" y="305206"/>
                  </a:lnTo>
                  <a:lnTo>
                    <a:pt x="533501" y="337934"/>
                  </a:lnTo>
                  <a:lnTo>
                    <a:pt x="507466" y="373735"/>
                  </a:lnTo>
                  <a:lnTo>
                    <a:pt x="485686" y="412330"/>
                  </a:lnTo>
                  <a:lnTo>
                    <a:pt x="468439" y="453390"/>
                  </a:lnTo>
                  <a:lnTo>
                    <a:pt x="456069" y="496633"/>
                  </a:lnTo>
                  <a:lnTo>
                    <a:pt x="448881" y="541731"/>
                  </a:lnTo>
                  <a:lnTo>
                    <a:pt x="447179" y="588403"/>
                  </a:lnTo>
                  <a:lnTo>
                    <a:pt x="451053" y="634022"/>
                  </a:lnTo>
                  <a:lnTo>
                    <a:pt x="460184" y="678294"/>
                  </a:lnTo>
                  <a:lnTo>
                    <a:pt x="474243" y="720864"/>
                  </a:lnTo>
                  <a:lnTo>
                    <a:pt x="492861" y="761403"/>
                  </a:lnTo>
                  <a:lnTo>
                    <a:pt x="515708" y="799579"/>
                  </a:lnTo>
                  <a:lnTo>
                    <a:pt x="542442" y="835063"/>
                  </a:lnTo>
                  <a:lnTo>
                    <a:pt x="572719" y="867511"/>
                  </a:lnTo>
                  <a:lnTo>
                    <a:pt x="606171" y="896594"/>
                  </a:lnTo>
                  <a:lnTo>
                    <a:pt x="642467" y="921981"/>
                  </a:lnTo>
                  <a:lnTo>
                    <a:pt x="681266" y="943330"/>
                  </a:lnTo>
                  <a:lnTo>
                    <a:pt x="722223" y="960323"/>
                  </a:lnTo>
                  <a:lnTo>
                    <a:pt x="764971" y="972604"/>
                  </a:lnTo>
                  <a:lnTo>
                    <a:pt x="809193" y="979855"/>
                  </a:lnTo>
                  <a:lnTo>
                    <a:pt x="854519" y="981735"/>
                  </a:lnTo>
                  <a:lnTo>
                    <a:pt x="900887" y="978179"/>
                  </a:lnTo>
                  <a:lnTo>
                    <a:pt x="945476" y="969581"/>
                  </a:lnTo>
                  <a:lnTo>
                    <a:pt x="988009" y="956233"/>
                  </a:lnTo>
                  <a:lnTo>
                    <a:pt x="1028230" y="938415"/>
                  </a:lnTo>
                  <a:lnTo>
                    <a:pt x="1065847" y="916406"/>
                  </a:lnTo>
                  <a:lnTo>
                    <a:pt x="1100620" y="890473"/>
                  </a:lnTo>
                  <a:lnTo>
                    <a:pt x="1132255" y="860920"/>
                  </a:lnTo>
                  <a:lnTo>
                    <a:pt x="1160500" y="828001"/>
                  </a:lnTo>
                  <a:lnTo>
                    <a:pt x="1185075" y="792022"/>
                  </a:lnTo>
                  <a:lnTo>
                    <a:pt x="1205712" y="753249"/>
                  </a:lnTo>
                  <a:lnTo>
                    <a:pt x="1222146" y="711974"/>
                  </a:lnTo>
                  <a:lnTo>
                    <a:pt x="1234109" y="668464"/>
                  </a:lnTo>
                  <a:lnTo>
                    <a:pt x="1241323" y="622998"/>
                  </a:lnTo>
                  <a:lnTo>
                    <a:pt x="1243520" y="575868"/>
                  </a:lnTo>
                  <a:close/>
                </a:path>
                <a:path w="5866765" h="3406140">
                  <a:moveTo>
                    <a:pt x="1697888" y="3279571"/>
                  </a:moveTo>
                  <a:lnTo>
                    <a:pt x="1692313" y="3232315"/>
                  </a:lnTo>
                  <a:lnTo>
                    <a:pt x="1671904" y="3197885"/>
                  </a:lnTo>
                  <a:lnTo>
                    <a:pt x="1639493" y="3174962"/>
                  </a:lnTo>
                  <a:lnTo>
                    <a:pt x="1597926" y="3162249"/>
                  </a:lnTo>
                  <a:lnTo>
                    <a:pt x="1550022" y="3158426"/>
                  </a:lnTo>
                  <a:lnTo>
                    <a:pt x="1141539" y="3158363"/>
                  </a:lnTo>
                  <a:lnTo>
                    <a:pt x="1087996" y="3156661"/>
                  </a:lnTo>
                  <a:lnTo>
                    <a:pt x="1037018" y="3151949"/>
                  </a:lnTo>
                  <a:lnTo>
                    <a:pt x="988568" y="3144215"/>
                  </a:lnTo>
                  <a:lnTo>
                    <a:pt x="942644" y="3133445"/>
                  </a:lnTo>
                  <a:lnTo>
                    <a:pt x="899210" y="3119628"/>
                  </a:lnTo>
                  <a:lnTo>
                    <a:pt x="858240" y="3102749"/>
                  </a:lnTo>
                  <a:lnTo>
                    <a:pt x="819734" y="3082798"/>
                  </a:lnTo>
                  <a:lnTo>
                    <a:pt x="783640" y="3059760"/>
                  </a:lnTo>
                  <a:lnTo>
                    <a:pt x="749947" y="3033623"/>
                  </a:lnTo>
                  <a:lnTo>
                    <a:pt x="718642" y="3004362"/>
                  </a:lnTo>
                  <a:lnTo>
                    <a:pt x="689686" y="2971990"/>
                  </a:lnTo>
                  <a:lnTo>
                    <a:pt x="663054" y="2936468"/>
                  </a:lnTo>
                  <a:lnTo>
                    <a:pt x="638746" y="2897784"/>
                  </a:lnTo>
                  <a:lnTo>
                    <a:pt x="616712" y="2855950"/>
                  </a:lnTo>
                  <a:lnTo>
                    <a:pt x="596950" y="2810929"/>
                  </a:lnTo>
                  <a:lnTo>
                    <a:pt x="579424" y="2762707"/>
                  </a:lnTo>
                  <a:lnTo>
                    <a:pt x="564108" y="2711285"/>
                  </a:lnTo>
                  <a:lnTo>
                    <a:pt x="254279" y="1562150"/>
                  </a:lnTo>
                  <a:lnTo>
                    <a:pt x="240944" y="1518742"/>
                  </a:lnTo>
                  <a:lnTo>
                    <a:pt x="223799" y="1480235"/>
                  </a:lnTo>
                  <a:lnTo>
                    <a:pt x="201422" y="1449133"/>
                  </a:lnTo>
                  <a:lnTo>
                    <a:pt x="172389" y="1427924"/>
                  </a:lnTo>
                  <a:lnTo>
                    <a:pt x="135280" y="1419148"/>
                  </a:lnTo>
                  <a:lnTo>
                    <a:pt x="88658" y="1425282"/>
                  </a:lnTo>
                  <a:lnTo>
                    <a:pt x="45427" y="1444701"/>
                  </a:lnTo>
                  <a:lnTo>
                    <a:pt x="18008" y="1472679"/>
                  </a:lnTo>
                  <a:lnTo>
                    <a:pt x="3746" y="1507261"/>
                  </a:lnTo>
                  <a:lnTo>
                    <a:pt x="0" y="1546491"/>
                  </a:lnTo>
                  <a:lnTo>
                    <a:pt x="4140" y="1588401"/>
                  </a:lnTo>
                  <a:lnTo>
                    <a:pt x="13525" y="1631022"/>
                  </a:lnTo>
                  <a:lnTo>
                    <a:pt x="332168" y="2822981"/>
                  </a:lnTo>
                  <a:lnTo>
                    <a:pt x="348221" y="2873184"/>
                  </a:lnTo>
                  <a:lnTo>
                    <a:pt x="366433" y="2921254"/>
                  </a:lnTo>
                  <a:lnTo>
                    <a:pt x="386778" y="2967164"/>
                  </a:lnTo>
                  <a:lnTo>
                    <a:pt x="409282" y="3010916"/>
                  </a:lnTo>
                  <a:lnTo>
                    <a:pt x="433933" y="3052495"/>
                  </a:lnTo>
                  <a:lnTo>
                    <a:pt x="460743" y="3091865"/>
                  </a:lnTo>
                  <a:lnTo>
                    <a:pt x="489699" y="3129026"/>
                  </a:lnTo>
                  <a:lnTo>
                    <a:pt x="520827" y="3163963"/>
                  </a:lnTo>
                  <a:lnTo>
                    <a:pt x="554113" y="3196666"/>
                  </a:lnTo>
                  <a:lnTo>
                    <a:pt x="589559" y="3227108"/>
                  </a:lnTo>
                  <a:lnTo>
                    <a:pt x="627176" y="3255264"/>
                  </a:lnTo>
                  <a:lnTo>
                    <a:pt x="666953" y="3281146"/>
                  </a:lnTo>
                  <a:lnTo>
                    <a:pt x="708901" y="3304717"/>
                  </a:lnTo>
                  <a:lnTo>
                    <a:pt x="753021" y="3325965"/>
                  </a:lnTo>
                  <a:lnTo>
                    <a:pt x="799312" y="3344888"/>
                  </a:lnTo>
                  <a:lnTo>
                    <a:pt x="847788" y="3361461"/>
                  </a:lnTo>
                  <a:lnTo>
                    <a:pt x="898436" y="3375660"/>
                  </a:lnTo>
                  <a:lnTo>
                    <a:pt x="951255" y="3387483"/>
                  </a:lnTo>
                  <a:lnTo>
                    <a:pt x="1001255" y="3395332"/>
                  </a:lnTo>
                  <a:lnTo>
                    <a:pt x="1050810" y="3399777"/>
                  </a:lnTo>
                  <a:lnTo>
                    <a:pt x="1099642" y="3401809"/>
                  </a:lnTo>
                  <a:lnTo>
                    <a:pt x="1239177" y="3403295"/>
                  </a:lnTo>
                  <a:lnTo>
                    <a:pt x="1282496" y="3405568"/>
                  </a:lnTo>
                  <a:lnTo>
                    <a:pt x="1547660" y="3405822"/>
                  </a:lnTo>
                  <a:lnTo>
                    <a:pt x="1596351" y="3400780"/>
                  </a:lnTo>
                  <a:lnTo>
                    <a:pt x="1636991" y="3385007"/>
                  </a:lnTo>
                  <a:lnTo>
                    <a:pt x="1668310" y="3359124"/>
                  </a:lnTo>
                  <a:lnTo>
                    <a:pt x="1689036" y="3323767"/>
                  </a:lnTo>
                  <a:lnTo>
                    <a:pt x="1697888" y="3279571"/>
                  </a:lnTo>
                  <a:close/>
                </a:path>
                <a:path w="5866765" h="3406140">
                  <a:moveTo>
                    <a:pt x="3313430" y="365340"/>
                  </a:moveTo>
                  <a:lnTo>
                    <a:pt x="3310407" y="318477"/>
                  </a:lnTo>
                  <a:lnTo>
                    <a:pt x="3301936" y="273545"/>
                  </a:lnTo>
                  <a:lnTo>
                    <a:pt x="3288334" y="230847"/>
                  </a:lnTo>
                  <a:lnTo>
                    <a:pt x="3269945" y="190741"/>
                  </a:lnTo>
                  <a:lnTo>
                    <a:pt x="3247098" y="153543"/>
                  </a:lnTo>
                  <a:lnTo>
                    <a:pt x="3220123" y="119583"/>
                  </a:lnTo>
                  <a:lnTo>
                    <a:pt x="3189351" y="89179"/>
                  </a:lnTo>
                  <a:lnTo>
                    <a:pt x="3155124" y="62661"/>
                  </a:lnTo>
                  <a:lnTo>
                    <a:pt x="3117773" y="40373"/>
                  </a:lnTo>
                  <a:lnTo>
                    <a:pt x="3077641" y="22644"/>
                  </a:lnTo>
                  <a:lnTo>
                    <a:pt x="3035033" y="9779"/>
                  </a:lnTo>
                  <a:lnTo>
                    <a:pt x="2990304" y="2120"/>
                  </a:lnTo>
                  <a:lnTo>
                    <a:pt x="2943796" y="0"/>
                  </a:lnTo>
                  <a:lnTo>
                    <a:pt x="2895638" y="4064"/>
                  </a:lnTo>
                  <a:lnTo>
                    <a:pt x="2849156" y="14389"/>
                  </a:lnTo>
                  <a:lnTo>
                    <a:pt x="2804807" y="30530"/>
                  </a:lnTo>
                  <a:lnTo>
                    <a:pt x="2763075" y="51993"/>
                  </a:lnTo>
                  <a:lnTo>
                    <a:pt x="2724404" y="78346"/>
                  </a:lnTo>
                  <a:lnTo>
                    <a:pt x="2689288" y="109105"/>
                  </a:lnTo>
                  <a:lnTo>
                    <a:pt x="2658173" y="143814"/>
                  </a:lnTo>
                  <a:lnTo>
                    <a:pt x="2631529" y="182016"/>
                  </a:lnTo>
                  <a:lnTo>
                    <a:pt x="2609837" y="223253"/>
                  </a:lnTo>
                  <a:lnTo>
                    <a:pt x="2593543" y="267042"/>
                  </a:lnTo>
                  <a:lnTo>
                    <a:pt x="2583142" y="312940"/>
                  </a:lnTo>
                  <a:lnTo>
                    <a:pt x="2579078" y="360489"/>
                  </a:lnTo>
                  <a:lnTo>
                    <a:pt x="2581313" y="406222"/>
                  </a:lnTo>
                  <a:lnTo>
                    <a:pt x="2589187" y="450392"/>
                  </a:lnTo>
                  <a:lnTo>
                    <a:pt x="2602357" y="492633"/>
                  </a:lnTo>
                  <a:lnTo>
                    <a:pt x="2620454" y="532587"/>
                  </a:lnTo>
                  <a:lnTo>
                    <a:pt x="2643136" y="569899"/>
                  </a:lnTo>
                  <a:lnTo>
                    <a:pt x="2670035" y="604202"/>
                  </a:lnTo>
                  <a:lnTo>
                    <a:pt x="2700794" y="635152"/>
                  </a:lnTo>
                  <a:lnTo>
                    <a:pt x="2735046" y="662368"/>
                  </a:lnTo>
                  <a:lnTo>
                    <a:pt x="2772460" y="685507"/>
                  </a:lnTo>
                  <a:lnTo>
                    <a:pt x="2812669" y="704202"/>
                  </a:lnTo>
                  <a:lnTo>
                    <a:pt x="2855315" y="718096"/>
                  </a:lnTo>
                  <a:lnTo>
                    <a:pt x="2900032" y="726833"/>
                  </a:lnTo>
                  <a:lnTo>
                    <a:pt x="2946476" y="730046"/>
                  </a:lnTo>
                  <a:lnTo>
                    <a:pt x="2993834" y="727633"/>
                  </a:lnTo>
                  <a:lnTo>
                    <a:pt x="3039084" y="719861"/>
                  </a:lnTo>
                  <a:lnTo>
                    <a:pt x="3081934" y="707034"/>
                  </a:lnTo>
                  <a:lnTo>
                    <a:pt x="3122091" y="689444"/>
                  </a:lnTo>
                  <a:lnTo>
                    <a:pt x="3159264" y="667397"/>
                  </a:lnTo>
                  <a:lnTo>
                    <a:pt x="3193148" y="641159"/>
                  </a:lnTo>
                  <a:lnTo>
                    <a:pt x="3223450" y="611047"/>
                  </a:lnTo>
                  <a:lnTo>
                    <a:pt x="3249866" y="577354"/>
                  </a:lnTo>
                  <a:lnTo>
                    <a:pt x="3272117" y="540359"/>
                  </a:lnTo>
                  <a:lnTo>
                    <a:pt x="3289884" y="500367"/>
                  </a:lnTo>
                  <a:lnTo>
                    <a:pt x="3302901" y="457669"/>
                  </a:lnTo>
                  <a:lnTo>
                    <a:pt x="3310839" y="412572"/>
                  </a:lnTo>
                  <a:lnTo>
                    <a:pt x="3313430" y="365340"/>
                  </a:lnTo>
                  <a:close/>
                </a:path>
                <a:path w="5866765" h="3406140">
                  <a:moveTo>
                    <a:pt x="5413121" y="586549"/>
                  </a:moveTo>
                  <a:lnTo>
                    <a:pt x="5410581" y="539534"/>
                  </a:lnTo>
                  <a:lnTo>
                    <a:pt x="5403037" y="494334"/>
                  </a:lnTo>
                  <a:lnTo>
                    <a:pt x="5390781" y="451205"/>
                  </a:lnTo>
                  <a:lnTo>
                    <a:pt x="5374056" y="410413"/>
                  </a:lnTo>
                  <a:lnTo>
                    <a:pt x="5353139" y="372224"/>
                  </a:lnTo>
                  <a:lnTo>
                    <a:pt x="5328285" y="336918"/>
                  </a:lnTo>
                  <a:lnTo>
                    <a:pt x="5299748" y="304736"/>
                  </a:lnTo>
                  <a:lnTo>
                    <a:pt x="5267807" y="275971"/>
                  </a:lnTo>
                  <a:lnTo>
                    <a:pt x="5232717" y="250863"/>
                  </a:lnTo>
                  <a:lnTo>
                    <a:pt x="5194757" y="229692"/>
                  </a:lnTo>
                  <a:lnTo>
                    <a:pt x="5154168" y="212725"/>
                  </a:lnTo>
                  <a:lnTo>
                    <a:pt x="5111229" y="200228"/>
                  </a:lnTo>
                  <a:lnTo>
                    <a:pt x="5066182" y="192468"/>
                  </a:lnTo>
                  <a:lnTo>
                    <a:pt x="5019319" y="189699"/>
                  </a:lnTo>
                  <a:lnTo>
                    <a:pt x="4972583" y="192151"/>
                  </a:lnTo>
                  <a:lnTo>
                    <a:pt x="4927536" y="199669"/>
                  </a:lnTo>
                  <a:lnTo>
                    <a:pt x="4884458" y="211963"/>
                  </a:lnTo>
                  <a:lnTo>
                    <a:pt x="4843640" y="228752"/>
                  </a:lnTo>
                  <a:lnTo>
                    <a:pt x="4805362" y="249770"/>
                  </a:lnTo>
                  <a:lnTo>
                    <a:pt x="4769904" y="274739"/>
                  </a:lnTo>
                  <a:lnTo>
                    <a:pt x="4737532" y="303377"/>
                  </a:lnTo>
                  <a:lnTo>
                    <a:pt x="4708550" y="335419"/>
                  </a:lnTo>
                  <a:lnTo>
                    <a:pt x="4683226" y="370560"/>
                  </a:lnTo>
                  <a:lnTo>
                    <a:pt x="4661840" y="408546"/>
                  </a:lnTo>
                  <a:lnTo>
                    <a:pt x="4644682" y="449097"/>
                  </a:lnTo>
                  <a:lnTo>
                    <a:pt x="4632020" y="491934"/>
                  </a:lnTo>
                  <a:lnTo>
                    <a:pt x="4624133" y="536778"/>
                  </a:lnTo>
                  <a:lnTo>
                    <a:pt x="4621314" y="583349"/>
                  </a:lnTo>
                  <a:lnTo>
                    <a:pt x="4623752" y="630110"/>
                  </a:lnTo>
                  <a:lnTo>
                    <a:pt x="4631271" y="675195"/>
                  </a:lnTo>
                  <a:lnTo>
                    <a:pt x="4643590" y="718324"/>
                  </a:lnTo>
                  <a:lnTo>
                    <a:pt x="4660443" y="759206"/>
                  </a:lnTo>
                  <a:lnTo>
                    <a:pt x="4681537" y="797572"/>
                  </a:lnTo>
                  <a:lnTo>
                    <a:pt x="4706582" y="833132"/>
                  </a:lnTo>
                  <a:lnTo>
                    <a:pt x="4735309" y="865593"/>
                  </a:lnTo>
                  <a:lnTo>
                    <a:pt x="4767427" y="894689"/>
                  </a:lnTo>
                  <a:lnTo>
                    <a:pt x="4802670" y="920115"/>
                  </a:lnTo>
                  <a:lnTo>
                    <a:pt x="4840732" y="941590"/>
                  </a:lnTo>
                  <a:lnTo>
                    <a:pt x="4881346" y="958837"/>
                  </a:lnTo>
                  <a:lnTo>
                    <a:pt x="4924234" y="971575"/>
                  </a:lnTo>
                  <a:lnTo>
                    <a:pt x="4969103" y="979512"/>
                  </a:lnTo>
                  <a:lnTo>
                    <a:pt x="5015687" y="982370"/>
                  </a:lnTo>
                  <a:lnTo>
                    <a:pt x="5062207" y="979906"/>
                  </a:lnTo>
                  <a:lnTo>
                    <a:pt x="5107089" y="972312"/>
                  </a:lnTo>
                  <a:lnTo>
                    <a:pt x="5150066" y="959891"/>
                  </a:lnTo>
                  <a:lnTo>
                    <a:pt x="5190820" y="942911"/>
                  </a:lnTo>
                  <a:lnTo>
                    <a:pt x="5229085" y="921689"/>
                  </a:lnTo>
                  <a:lnTo>
                    <a:pt x="5264556" y="896480"/>
                  </a:lnTo>
                  <a:lnTo>
                    <a:pt x="5296941" y="867600"/>
                  </a:lnTo>
                  <a:lnTo>
                    <a:pt x="5325973" y="835329"/>
                  </a:lnTo>
                  <a:lnTo>
                    <a:pt x="5351335" y="799947"/>
                  </a:lnTo>
                  <a:lnTo>
                    <a:pt x="5372747" y="761746"/>
                  </a:lnTo>
                  <a:lnTo>
                    <a:pt x="5389918" y="721017"/>
                  </a:lnTo>
                  <a:lnTo>
                    <a:pt x="5402567" y="678053"/>
                  </a:lnTo>
                  <a:lnTo>
                    <a:pt x="5410403" y="633133"/>
                  </a:lnTo>
                  <a:lnTo>
                    <a:pt x="5413121" y="586549"/>
                  </a:lnTo>
                  <a:close/>
                </a:path>
                <a:path w="5866765" h="3406140">
                  <a:moveTo>
                    <a:pt x="5866574" y="1542745"/>
                  </a:moveTo>
                  <a:lnTo>
                    <a:pt x="5862345" y="1504670"/>
                  </a:lnTo>
                  <a:lnTo>
                    <a:pt x="5820689" y="1445018"/>
                  </a:lnTo>
                  <a:lnTo>
                    <a:pt x="5778919" y="1426057"/>
                  </a:lnTo>
                  <a:lnTo>
                    <a:pt x="5732246" y="1419212"/>
                  </a:lnTo>
                  <a:lnTo>
                    <a:pt x="5695035" y="1427581"/>
                  </a:lnTo>
                  <a:lnTo>
                    <a:pt x="5643435" y="1479550"/>
                  </a:lnTo>
                  <a:lnTo>
                    <a:pt x="5626239" y="1517904"/>
                  </a:lnTo>
                  <a:lnTo>
                    <a:pt x="5612917" y="1560995"/>
                  </a:lnTo>
                  <a:lnTo>
                    <a:pt x="5298173" y="2723108"/>
                  </a:lnTo>
                  <a:lnTo>
                    <a:pt x="5282692" y="2773857"/>
                  </a:lnTo>
                  <a:lnTo>
                    <a:pt x="5265102" y="2821317"/>
                  </a:lnTo>
                  <a:lnTo>
                    <a:pt x="5245405" y="2865501"/>
                  </a:lnTo>
                  <a:lnTo>
                    <a:pt x="5223522" y="2906445"/>
                  </a:lnTo>
                  <a:lnTo>
                    <a:pt x="5199456" y="2944190"/>
                  </a:lnTo>
                  <a:lnTo>
                    <a:pt x="5173154" y="2978759"/>
                  </a:lnTo>
                  <a:lnTo>
                    <a:pt x="5144579" y="3010179"/>
                  </a:lnTo>
                  <a:lnTo>
                    <a:pt x="5113718" y="3038487"/>
                  </a:lnTo>
                  <a:lnTo>
                    <a:pt x="5080508" y="3063722"/>
                  </a:lnTo>
                  <a:lnTo>
                    <a:pt x="5044935" y="3085896"/>
                  </a:lnTo>
                  <a:lnTo>
                    <a:pt x="5006975" y="3105048"/>
                  </a:lnTo>
                  <a:lnTo>
                    <a:pt x="4966563" y="3121215"/>
                  </a:lnTo>
                  <a:lnTo>
                    <a:pt x="4923688" y="3134410"/>
                  </a:lnTo>
                  <a:lnTo>
                    <a:pt x="4878311" y="3144685"/>
                  </a:lnTo>
                  <a:lnTo>
                    <a:pt x="4830394" y="3152063"/>
                  </a:lnTo>
                  <a:lnTo>
                    <a:pt x="4779899" y="3156559"/>
                  </a:lnTo>
                  <a:lnTo>
                    <a:pt x="4726813" y="3158236"/>
                  </a:lnTo>
                  <a:lnTo>
                    <a:pt x="4318381" y="3158363"/>
                  </a:lnTo>
                  <a:lnTo>
                    <a:pt x="4270807" y="3161817"/>
                  </a:lnTo>
                  <a:lnTo>
                    <a:pt x="4229976" y="3173844"/>
                  </a:lnTo>
                  <a:lnTo>
                    <a:pt x="4198455" y="3196323"/>
                  </a:lnTo>
                  <a:lnTo>
                    <a:pt x="4178795" y="3231096"/>
                  </a:lnTo>
                  <a:lnTo>
                    <a:pt x="4173537" y="3280079"/>
                  </a:lnTo>
                  <a:lnTo>
                    <a:pt x="4182275" y="3326384"/>
                  </a:lnTo>
                  <a:lnTo>
                    <a:pt x="4202696" y="3361817"/>
                  </a:lnTo>
                  <a:lnTo>
                    <a:pt x="4233583" y="3386658"/>
                  </a:lnTo>
                  <a:lnTo>
                    <a:pt x="4273677" y="3401199"/>
                  </a:lnTo>
                  <a:lnTo>
                    <a:pt x="4321772" y="3405695"/>
                  </a:lnTo>
                  <a:lnTo>
                    <a:pt x="4569815" y="3405568"/>
                  </a:lnTo>
                  <a:lnTo>
                    <a:pt x="4783074" y="3404260"/>
                  </a:lnTo>
                  <a:lnTo>
                    <a:pt x="4834483" y="3400501"/>
                  </a:lnTo>
                  <a:lnTo>
                    <a:pt x="4884547" y="3394316"/>
                  </a:lnTo>
                  <a:lnTo>
                    <a:pt x="4933200" y="3385731"/>
                  </a:lnTo>
                  <a:lnTo>
                    <a:pt x="4980419" y="3374771"/>
                  </a:lnTo>
                  <a:lnTo>
                    <a:pt x="5026164" y="3361436"/>
                  </a:lnTo>
                  <a:lnTo>
                    <a:pt x="5070399" y="3345777"/>
                  </a:lnTo>
                  <a:lnTo>
                    <a:pt x="5113109" y="3327781"/>
                  </a:lnTo>
                  <a:lnTo>
                    <a:pt x="5154219" y="3307486"/>
                  </a:lnTo>
                  <a:lnTo>
                    <a:pt x="5193728" y="3284918"/>
                  </a:lnTo>
                  <a:lnTo>
                    <a:pt x="5231587" y="3260090"/>
                  </a:lnTo>
                  <a:lnTo>
                    <a:pt x="5267757" y="3233013"/>
                  </a:lnTo>
                  <a:lnTo>
                    <a:pt x="5302212" y="3203727"/>
                  </a:lnTo>
                  <a:lnTo>
                    <a:pt x="5334901" y="3172244"/>
                  </a:lnTo>
                  <a:lnTo>
                    <a:pt x="5365801" y="3138576"/>
                  </a:lnTo>
                  <a:lnTo>
                    <a:pt x="5394871" y="3102749"/>
                  </a:lnTo>
                  <a:lnTo>
                    <a:pt x="5422074" y="3064802"/>
                  </a:lnTo>
                  <a:lnTo>
                    <a:pt x="5447385" y="3024721"/>
                  </a:lnTo>
                  <a:lnTo>
                    <a:pt x="5470753" y="2982557"/>
                  </a:lnTo>
                  <a:lnTo>
                    <a:pt x="5492153" y="2938310"/>
                  </a:lnTo>
                  <a:lnTo>
                    <a:pt x="5511546" y="2892006"/>
                  </a:lnTo>
                  <a:lnTo>
                    <a:pt x="5528894" y="2843682"/>
                  </a:lnTo>
                  <a:lnTo>
                    <a:pt x="5544172" y="2793327"/>
                  </a:lnTo>
                  <a:lnTo>
                    <a:pt x="5852655" y="1628851"/>
                  </a:lnTo>
                  <a:lnTo>
                    <a:pt x="5862612" y="1584566"/>
                  </a:lnTo>
                  <a:lnTo>
                    <a:pt x="5866574" y="1542745"/>
                  </a:lnTo>
                  <a:close/>
                </a:path>
              </a:pathLst>
            </a:custGeom>
            <a:solidFill>
              <a:srgbClr val="010101">
                <a:alpha val="1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070" marR="171450" algn="ctr">
              <a:lnSpc>
                <a:spcPct val="117500"/>
              </a:lnSpc>
              <a:spcBef>
                <a:spcPts val="90"/>
              </a:spcBef>
            </a:pPr>
            <a:r>
              <a:rPr spc="-10" dirty="0"/>
              <a:t>Define</a:t>
            </a:r>
            <a:r>
              <a:rPr dirty="0"/>
              <a:t> </a:t>
            </a:r>
            <a:r>
              <a:rPr spc="-80" dirty="0"/>
              <a:t>the</a:t>
            </a:r>
            <a:r>
              <a:rPr dirty="0"/>
              <a:t> </a:t>
            </a:r>
            <a:r>
              <a:rPr spc="-90" dirty="0"/>
              <a:t>objective </a:t>
            </a:r>
            <a:r>
              <a:rPr spc="-85" dirty="0"/>
              <a:t> </a:t>
            </a:r>
            <a:r>
              <a:rPr spc="-60" dirty="0"/>
              <a:t>Identify</a:t>
            </a:r>
            <a:r>
              <a:rPr spc="-5" dirty="0"/>
              <a:t> </a:t>
            </a:r>
            <a:r>
              <a:rPr spc="-80" dirty="0"/>
              <a:t>the</a:t>
            </a:r>
            <a:r>
              <a:rPr spc="-5" dirty="0"/>
              <a:t> </a:t>
            </a:r>
            <a:r>
              <a:rPr spc="-50" dirty="0"/>
              <a:t>data</a:t>
            </a:r>
            <a:r>
              <a:rPr spc="-5" dirty="0"/>
              <a:t> </a:t>
            </a:r>
            <a:r>
              <a:rPr spc="-75" dirty="0"/>
              <a:t>sources </a:t>
            </a:r>
            <a:r>
              <a:rPr spc="-1025" dirty="0"/>
              <a:t> </a:t>
            </a:r>
            <a:r>
              <a:rPr spc="-10" dirty="0"/>
              <a:t>Collect</a:t>
            </a:r>
            <a:r>
              <a:rPr spc="1015" dirty="0"/>
              <a:t> </a:t>
            </a:r>
            <a:r>
              <a:rPr spc="-80" dirty="0"/>
              <a:t>the</a:t>
            </a:r>
            <a:r>
              <a:rPr spc="880" dirty="0"/>
              <a:t> </a:t>
            </a:r>
            <a:r>
              <a:rPr spc="-50" dirty="0"/>
              <a:t>data </a:t>
            </a:r>
            <a:r>
              <a:rPr spc="-45" dirty="0"/>
              <a:t> </a:t>
            </a:r>
            <a:r>
              <a:rPr spc="-40" dirty="0"/>
              <a:t>Analyze</a:t>
            </a:r>
            <a:r>
              <a:rPr dirty="0"/>
              <a:t> </a:t>
            </a:r>
            <a:r>
              <a:rPr spc="-80" dirty="0"/>
              <a:t>the</a:t>
            </a:r>
            <a:r>
              <a:rPr dirty="0"/>
              <a:t> </a:t>
            </a:r>
            <a:r>
              <a:rPr spc="-50" dirty="0"/>
              <a:t>data </a:t>
            </a:r>
            <a:r>
              <a:rPr spc="-45" dirty="0"/>
              <a:t> </a:t>
            </a:r>
            <a:r>
              <a:rPr spc="-105" dirty="0"/>
              <a:t>Interpret</a:t>
            </a:r>
            <a:r>
              <a:rPr spc="-5" dirty="0"/>
              <a:t> </a:t>
            </a:r>
            <a:r>
              <a:rPr spc="-80" dirty="0"/>
              <a:t>the</a:t>
            </a:r>
            <a:r>
              <a:rPr dirty="0"/>
              <a:t> </a:t>
            </a:r>
            <a:r>
              <a:rPr spc="-75" dirty="0"/>
              <a:t>results</a:t>
            </a:r>
          </a:p>
          <a:p>
            <a:pPr marL="12065" marR="5080" algn="ctr">
              <a:lnSpc>
                <a:spcPts val="5850"/>
              </a:lnSpc>
              <a:spcBef>
                <a:spcPts val="140"/>
              </a:spcBef>
            </a:pPr>
            <a:r>
              <a:rPr spc="-90" dirty="0"/>
              <a:t>Communicate</a:t>
            </a:r>
            <a:r>
              <a:rPr spc="-5" dirty="0"/>
              <a:t> </a:t>
            </a:r>
            <a:r>
              <a:rPr spc="-80" dirty="0"/>
              <a:t>the</a:t>
            </a:r>
            <a:r>
              <a:rPr spc="-5" dirty="0"/>
              <a:t> </a:t>
            </a:r>
            <a:r>
              <a:rPr spc="-90" dirty="0"/>
              <a:t>findings </a:t>
            </a:r>
            <a:r>
              <a:rPr spc="-1019" dirty="0"/>
              <a:t> </a:t>
            </a:r>
            <a:r>
              <a:rPr dirty="0"/>
              <a:t>Take </a:t>
            </a:r>
            <a:r>
              <a:rPr spc="-40" dirty="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2181" y="3805353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049922" y="3995853"/>
            <a:ext cx="62230" cy="38100"/>
          </a:xfrm>
          <a:custGeom>
            <a:avLst/>
            <a:gdLst/>
            <a:ahLst/>
            <a:cxnLst/>
            <a:rect l="l" t="t" r="r" b="b"/>
            <a:pathLst>
              <a:path w="62229" h="38100">
                <a:moveTo>
                  <a:pt x="61917" y="38099"/>
                </a:moveTo>
                <a:lnTo>
                  <a:pt x="0" y="38099"/>
                </a:lnTo>
                <a:lnTo>
                  <a:pt x="0" y="0"/>
                </a:lnTo>
                <a:lnTo>
                  <a:pt x="61917" y="0"/>
                </a:lnTo>
                <a:lnTo>
                  <a:pt x="61917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2181" y="5605578"/>
            <a:ext cx="104775" cy="1047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826978" y="5796078"/>
            <a:ext cx="62230" cy="38100"/>
          </a:xfrm>
          <a:custGeom>
            <a:avLst/>
            <a:gdLst/>
            <a:ahLst/>
            <a:cxnLst/>
            <a:rect l="l" t="t" r="r" b="b"/>
            <a:pathLst>
              <a:path w="62229" h="38100">
                <a:moveTo>
                  <a:pt x="61916" y="38099"/>
                </a:moveTo>
                <a:lnTo>
                  <a:pt x="0" y="38099"/>
                </a:lnTo>
                <a:lnTo>
                  <a:pt x="0" y="0"/>
                </a:lnTo>
                <a:lnTo>
                  <a:pt x="61916" y="0"/>
                </a:lnTo>
                <a:lnTo>
                  <a:pt x="6191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2181" y="7405802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729349" y="7596302"/>
            <a:ext cx="132715" cy="38100"/>
          </a:xfrm>
          <a:custGeom>
            <a:avLst/>
            <a:gdLst/>
            <a:ahLst/>
            <a:cxnLst/>
            <a:rect l="l" t="t" r="r" b="b"/>
            <a:pathLst>
              <a:path w="132715" h="38100">
                <a:moveTo>
                  <a:pt x="132631" y="38099"/>
                </a:moveTo>
                <a:lnTo>
                  <a:pt x="0" y="38099"/>
                </a:lnTo>
                <a:lnTo>
                  <a:pt x="0" y="0"/>
                </a:lnTo>
                <a:lnTo>
                  <a:pt x="132631" y="0"/>
                </a:lnTo>
                <a:lnTo>
                  <a:pt x="132631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030922" y="1640727"/>
            <a:ext cx="9673590" cy="182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799"/>
              </a:lnSpc>
              <a:spcBef>
                <a:spcPts val="100"/>
              </a:spcBef>
            </a:pPr>
            <a:r>
              <a:rPr sz="3400" spc="-70" dirty="0">
                <a:solidFill>
                  <a:srgbClr val="FFFFFF"/>
                </a:solidFill>
                <a:latin typeface="Times New Roman"/>
                <a:cs typeface="Times New Roman"/>
              </a:rPr>
              <a:t>Modernizing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7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FFFFFF"/>
                </a:solidFill>
                <a:latin typeface="Times New Roman"/>
                <a:cs typeface="Times New Roman"/>
              </a:rPr>
              <a:t>traditional</a:t>
            </a:r>
            <a:r>
              <a:rPr sz="3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70" dirty="0">
                <a:solidFill>
                  <a:srgbClr val="FFFFFF"/>
                </a:solidFill>
                <a:latin typeface="Times New Roman"/>
                <a:cs typeface="Times New Roman"/>
              </a:rPr>
              <a:t>attendance</a:t>
            </a:r>
            <a:r>
              <a:rPr sz="3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5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7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3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95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55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50" dirty="0">
                <a:solidFill>
                  <a:srgbClr val="FFFFFF"/>
                </a:solidFill>
                <a:latin typeface="Times New Roman"/>
                <a:cs typeface="Times New Roman"/>
              </a:rPr>
              <a:t>issues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13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125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7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55" dirty="0">
                <a:solidFill>
                  <a:srgbClr val="FFFFFF"/>
                </a:solidFill>
                <a:latin typeface="Times New Roman"/>
                <a:cs typeface="Times New Roman"/>
              </a:rPr>
              <a:t>following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85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3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3400" spc="-8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FFFFFF"/>
                </a:solidFill>
                <a:latin typeface="Times New Roman"/>
                <a:cs typeface="Times New Roman"/>
              </a:rPr>
              <a:t>benefits: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48484" y="3440952"/>
            <a:ext cx="9947275" cy="662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5080" algn="ctr">
              <a:lnSpc>
                <a:spcPct val="115799"/>
              </a:lnSpc>
              <a:spcBef>
                <a:spcPts val="100"/>
              </a:spcBef>
            </a:pPr>
            <a:r>
              <a:rPr sz="3400" b="1" u="heavy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Increased</a:t>
            </a:r>
            <a:r>
              <a:rPr sz="3400" b="1" u="heavy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b="1" u="heavy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Accurac</a:t>
            </a:r>
            <a:r>
              <a:rPr sz="3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y:</a:t>
            </a:r>
            <a:r>
              <a:rPr sz="3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Modern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attendance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3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use </a:t>
            </a:r>
            <a:r>
              <a:rPr sz="3400" b="1" spc="-8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eliminate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human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risk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4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accurate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record-keeping.</a:t>
            </a:r>
            <a:endParaRPr sz="3400">
              <a:latin typeface="Times New Roman"/>
              <a:cs typeface="Times New Roman"/>
            </a:endParaRPr>
          </a:p>
          <a:p>
            <a:pPr marL="497205" marR="63500" algn="ctr">
              <a:lnSpc>
                <a:spcPct val="115799"/>
              </a:lnSpc>
            </a:pPr>
            <a:r>
              <a:rPr sz="3400" b="1" u="heavy" spc="-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Greater</a:t>
            </a:r>
            <a:r>
              <a:rPr sz="3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b="1" u="heavy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Efficienc</a:t>
            </a:r>
            <a:r>
              <a:rPr sz="3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y: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efficient </a:t>
            </a:r>
            <a:r>
              <a:rPr sz="3400" b="1" spc="-8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manual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systems,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attendance </a:t>
            </a:r>
            <a:r>
              <a:rPr sz="3400" b="1" spc="-8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quickly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effort.</a:t>
            </a:r>
            <a:endParaRPr sz="3400">
              <a:latin typeface="Times New Roman"/>
              <a:cs typeface="Times New Roman"/>
            </a:endParaRPr>
          </a:p>
          <a:p>
            <a:pPr marL="485775" marR="52069" algn="ctr">
              <a:lnSpc>
                <a:spcPct val="115799"/>
              </a:lnSpc>
            </a:pPr>
            <a:r>
              <a:rPr sz="34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Cost</a:t>
            </a:r>
            <a:r>
              <a:rPr sz="34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b="1"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Savin</a:t>
            </a:r>
            <a:r>
              <a:rPr sz="34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gs: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manual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3400" b="1" spc="-8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entry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eliminate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paper-based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systems, </a:t>
            </a:r>
            <a:r>
              <a:rPr sz="3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resulting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savings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organization.</a:t>
            </a:r>
            <a:endParaRPr sz="3400">
              <a:latin typeface="Times New Roman"/>
              <a:cs typeface="Times New Roman"/>
            </a:endParaRPr>
          </a:p>
          <a:p>
            <a:pPr marL="12700" marR="205104" algn="ctr">
              <a:lnSpc>
                <a:spcPct val="115799"/>
              </a:lnSpc>
            </a:pPr>
            <a:r>
              <a:rPr sz="3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benefits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contribute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productive</a:t>
            </a:r>
            <a:r>
              <a:rPr sz="3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400" b="1" spc="-8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successful</a:t>
            </a:r>
            <a:r>
              <a:rPr sz="3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organization.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6567" y="0"/>
            <a:ext cx="7510271" cy="2767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62871" y="159050"/>
            <a:ext cx="8164830" cy="1892935"/>
          </a:xfrm>
          <a:custGeom>
            <a:avLst/>
            <a:gdLst/>
            <a:ahLst/>
            <a:cxnLst/>
            <a:rect l="l" t="t" r="r" b="b"/>
            <a:pathLst>
              <a:path w="8164830" h="1892935">
                <a:moveTo>
                  <a:pt x="7691136" y="1892528"/>
                </a:moveTo>
                <a:lnTo>
                  <a:pt x="473282" y="1892528"/>
                </a:lnTo>
                <a:lnTo>
                  <a:pt x="424892" y="1890085"/>
                </a:lnTo>
                <a:lnTo>
                  <a:pt x="377899" y="1882916"/>
                </a:lnTo>
                <a:lnTo>
                  <a:pt x="332543" y="1871257"/>
                </a:lnTo>
                <a:lnTo>
                  <a:pt x="289059" y="1855347"/>
                </a:lnTo>
                <a:lnTo>
                  <a:pt x="247688" y="1835424"/>
                </a:lnTo>
                <a:lnTo>
                  <a:pt x="208665" y="1811725"/>
                </a:lnTo>
                <a:lnTo>
                  <a:pt x="172231" y="1784488"/>
                </a:lnTo>
                <a:lnTo>
                  <a:pt x="138621" y="1753951"/>
                </a:lnTo>
                <a:lnTo>
                  <a:pt x="108074" y="1720352"/>
                </a:lnTo>
                <a:lnTo>
                  <a:pt x="80829" y="1683929"/>
                </a:lnTo>
                <a:lnTo>
                  <a:pt x="57122" y="1644919"/>
                </a:lnTo>
                <a:lnTo>
                  <a:pt x="37192" y="1603560"/>
                </a:lnTo>
                <a:lnTo>
                  <a:pt x="21277" y="1560091"/>
                </a:lnTo>
                <a:lnTo>
                  <a:pt x="9615" y="1514749"/>
                </a:lnTo>
                <a:lnTo>
                  <a:pt x="2443" y="1467771"/>
                </a:lnTo>
                <a:lnTo>
                  <a:pt x="0" y="1419396"/>
                </a:lnTo>
                <a:lnTo>
                  <a:pt x="0" y="473132"/>
                </a:lnTo>
                <a:lnTo>
                  <a:pt x="2443" y="424757"/>
                </a:lnTo>
                <a:lnTo>
                  <a:pt x="9615" y="377779"/>
                </a:lnTo>
                <a:lnTo>
                  <a:pt x="21277" y="332437"/>
                </a:lnTo>
                <a:lnTo>
                  <a:pt x="37192" y="288967"/>
                </a:lnTo>
                <a:lnTo>
                  <a:pt x="57122" y="247609"/>
                </a:lnTo>
                <a:lnTo>
                  <a:pt x="80829" y="208599"/>
                </a:lnTo>
                <a:lnTo>
                  <a:pt x="108074" y="172176"/>
                </a:lnTo>
                <a:lnTo>
                  <a:pt x="138621" y="138577"/>
                </a:lnTo>
                <a:lnTo>
                  <a:pt x="172231" y="108040"/>
                </a:lnTo>
                <a:lnTo>
                  <a:pt x="208665" y="80803"/>
                </a:lnTo>
                <a:lnTo>
                  <a:pt x="247688" y="57104"/>
                </a:lnTo>
                <a:lnTo>
                  <a:pt x="289059" y="37181"/>
                </a:lnTo>
                <a:lnTo>
                  <a:pt x="332543" y="21271"/>
                </a:lnTo>
                <a:lnTo>
                  <a:pt x="377899" y="9612"/>
                </a:lnTo>
                <a:lnTo>
                  <a:pt x="424892" y="2442"/>
                </a:lnTo>
                <a:lnTo>
                  <a:pt x="473282" y="0"/>
                </a:lnTo>
                <a:lnTo>
                  <a:pt x="7691136" y="0"/>
                </a:lnTo>
                <a:lnTo>
                  <a:pt x="7737915" y="2315"/>
                </a:lnTo>
                <a:lnTo>
                  <a:pt x="7783900" y="9175"/>
                </a:lnTo>
                <a:lnTo>
                  <a:pt x="7828784" y="20451"/>
                </a:lnTo>
                <a:lnTo>
                  <a:pt x="7872254" y="36015"/>
                </a:lnTo>
                <a:lnTo>
                  <a:pt x="7914001" y="55738"/>
                </a:lnTo>
                <a:lnTo>
                  <a:pt x="7953714" y="79491"/>
                </a:lnTo>
                <a:lnTo>
                  <a:pt x="7991083" y="107147"/>
                </a:lnTo>
                <a:lnTo>
                  <a:pt x="8025798" y="138577"/>
                </a:lnTo>
                <a:lnTo>
                  <a:pt x="8057237" y="173280"/>
                </a:lnTo>
                <a:lnTo>
                  <a:pt x="8084902" y="210638"/>
                </a:lnTo>
                <a:lnTo>
                  <a:pt x="8108663" y="250338"/>
                </a:lnTo>
                <a:lnTo>
                  <a:pt x="8128393" y="292072"/>
                </a:lnTo>
                <a:lnTo>
                  <a:pt x="8143961" y="335528"/>
                </a:lnTo>
                <a:lnTo>
                  <a:pt x="8155241" y="380397"/>
                </a:lnTo>
                <a:lnTo>
                  <a:pt x="8162103" y="426368"/>
                </a:lnTo>
                <a:lnTo>
                  <a:pt x="8164419" y="473132"/>
                </a:lnTo>
                <a:lnTo>
                  <a:pt x="8164419" y="1419396"/>
                </a:lnTo>
                <a:lnTo>
                  <a:pt x="8162103" y="1466159"/>
                </a:lnTo>
                <a:lnTo>
                  <a:pt x="8155241" y="1512131"/>
                </a:lnTo>
                <a:lnTo>
                  <a:pt x="8143961" y="1556999"/>
                </a:lnTo>
                <a:lnTo>
                  <a:pt x="8128393" y="1600456"/>
                </a:lnTo>
                <a:lnTo>
                  <a:pt x="8108663" y="1642189"/>
                </a:lnTo>
                <a:lnTo>
                  <a:pt x="8084902" y="1681890"/>
                </a:lnTo>
                <a:lnTo>
                  <a:pt x="8057237" y="1719247"/>
                </a:lnTo>
                <a:lnTo>
                  <a:pt x="8025798" y="1753951"/>
                </a:lnTo>
                <a:lnTo>
                  <a:pt x="7991083" y="1785380"/>
                </a:lnTo>
                <a:lnTo>
                  <a:pt x="7953714" y="1813036"/>
                </a:lnTo>
                <a:lnTo>
                  <a:pt x="7914001" y="1836790"/>
                </a:lnTo>
                <a:lnTo>
                  <a:pt x="7872254" y="1856513"/>
                </a:lnTo>
                <a:lnTo>
                  <a:pt x="7828784" y="1872077"/>
                </a:lnTo>
                <a:lnTo>
                  <a:pt x="7783900" y="1883353"/>
                </a:lnTo>
                <a:lnTo>
                  <a:pt x="7737915" y="1890213"/>
                </a:lnTo>
                <a:lnTo>
                  <a:pt x="7691136" y="1892528"/>
                </a:lnTo>
                <a:close/>
              </a:path>
            </a:pathLst>
          </a:custGeom>
          <a:solidFill>
            <a:srgbClr val="FFE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80220" y="434287"/>
            <a:ext cx="7327900" cy="1315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450" spc="-185" dirty="0">
                <a:latin typeface="Arial"/>
                <a:cs typeface="Arial"/>
              </a:rPr>
              <a:t>C</a:t>
            </a:r>
            <a:r>
              <a:rPr sz="8450" dirty="0">
                <a:latin typeface="Arial"/>
                <a:cs typeface="Arial"/>
              </a:rPr>
              <a:t>O</a:t>
            </a:r>
            <a:r>
              <a:rPr sz="8450" spc="509" dirty="0">
                <a:latin typeface="Arial"/>
                <a:cs typeface="Arial"/>
              </a:rPr>
              <a:t>N</a:t>
            </a:r>
            <a:r>
              <a:rPr sz="8450" spc="-185" dirty="0">
                <a:latin typeface="Arial"/>
                <a:cs typeface="Arial"/>
              </a:rPr>
              <a:t>C</a:t>
            </a:r>
            <a:r>
              <a:rPr sz="8450" spc="-280" dirty="0">
                <a:latin typeface="Arial"/>
                <a:cs typeface="Arial"/>
              </a:rPr>
              <a:t>L</a:t>
            </a:r>
            <a:r>
              <a:rPr sz="8450" spc="295" dirty="0">
                <a:latin typeface="Arial"/>
                <a:cs typeface="Arial"/>
              </a:rPr>
              <a:t>U</a:t>
            </a:r>
            <a:r>
              <a:rPr sz="8450" spc="-455" dirty="0">
                <a:latin typeface="Arial"/>
                <a:cs typeface="Arial"/>
              </a:rPr>
              <a:t>S</a:t>
            </a:r>
            <a:r>
              <a:rPr sz="8450" spc="409" dirty="0">
                <a:latin typeface="Arial"/>
                <a:cs typeface="Arial"/>
              </a:rPr>
              <a:t>I</a:t>
            </a:r>
            <a:r>
              <a:rPr sz="8450" dirty="0">
                <a:latin typeface="Arial"/>
                <a:cs typeface="Arial"/>
              </a:rPr>
              <a:t>O</a:t>
            </a:r>
            <a:r>
              <a:rPr sz="8450" spc="515" dirty="0">
                <a:latin typeface="Arial"/>
                <a:cs typeface="Arial"/>
              </a:rPr>
              <a:t>N</a:t>
            </a:r>
            <a:endParaRPr sz="84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99"/>
              </a:lnSpc>
              <a:spcBef>
                <a:spcPts val="100"/>
              </a:spcBef>
            </a:pPr>
            <a:r>
              <a:rPr spc="120" dirty="0"/>
              <a:t>The</a:t>
            </a:r>
            <a:r>
              <a:rPr spc="10" dirty="0"/>
              <a:t> </a:t>
            </a:r>
            <a:r>
              <a:rPr spc="130" dirty="0"/>
              <a:t>departmental</a:t>
            </a:r>
            <a:r>
              <a:rPr spc="10" dirty="0"/>
              <a:t> </a:t>
            </a:r>
            <a:r>
              <a:rPr spc="235" dirty="0"/>
              <a:t>Data</a:t>
            </a:r>
            <a:r>
              <a:rPr spc="10" dirty="0"/>
              <a:t> </a:t>
            </a:r>
            <a:r>
              <a:rPr spc="55" dirty="0"/>
              <a:t>Analysis</a:t>
            </a:r>
            <a:r>
              <a:rPr spc="15" dirty="0"/>
              <a:t> </a:t>
            </a:r>
            <a:r>
              <a:rPr spc="45" dirty="0"/>
              <a:t>System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spc="55" dirty="0"/>
              <a:t>designed</a:t>
            </a:r>
            <a:r>
              <a:rPr spc="10" dirty="0"/>
              <a:t> </a:t>
            </a:r>
            <a:r>
              <a:rPr spc="185" dirty="0"/>
              <a:t>to</a:t>
            </a:r>
            <a:r>
              <a:rPr spc="15" dirty="0"/>
              <a:t> </a:t>
            </a:r>
            <a:r>
              <a:rPr spc="155" dirty="0"/>
              <a:t>support</a:t>
            </a:r>
            <a:r>
              <a:rPr spc="10" dirty="0"/>
              <a:t> </a:t>
            </a:r>
            <a:r>
              <a:rPr spc="100" dirty="0"/>
              <a:t>informed</a:t>
            </a:r>
            <a:r>
              <a:rPr spc="10" dirty="0"/>
              <a:t> </a:t>
            </a:r>
            <a:r>
              <a:rPr spc="70" dirty="0"/>
              <a:t>decision-making </a:t>
            </a:r>
            <a:r>
              <a:rPr spc="-869" dirty="0"/>
              <a:t> </a:t>
            </a:r>
            <a:r>
              <a:rPr spc="90" dirty="0"/>
              <a:t>by providing </a:t>
            </a:r>
            <a:r>
              <a:rPr spc="80" dirty="0"/>
              <a:t>valuable </a:t>
            </a:r>
            <a:r>
              <a:rPr spc="55" dirty="0"/>
              <a:t>insights </a:t>
            </a:r>
            <a:r>
              <a:rPr spc="130" dirty="0"/>
              <a:t>from </a:t>
            </a:r>
            <a:r>
              <a:rPr spc="95" dirty="0"/>
              <a:t>various </a:t>
            </a:r>
            <a:r>
              <a:rPr spc="190" dirty="0"/>
              <a:t>data </a:t>
            </a:r>
            <a:r>
              <a:rPr spc="65" dirty="0"/>
              <a:t>sources. </a:t>
            </a:r>
            <a:r>
              <a:rPr dirty="0"/>
              <a:t>By </a:t>
            </a:r>
            <a:r>
              <a:rPr spc="45" dirty="0"/>
              <a:t>following </a:t>
            </a:r>
            <a:r>
              <a:rPr spc="200" dirty="0"/>
              <a:t>a </a:t>
            </a:r>
            <a:r>
              <a:rPr spc="65" dirty="0"/>
              <a:t>defined </a:t>
            </a:r>
            <a:r>
              <a:rPr spc="190" dirty="0"/>
              <a:t>data </a:t>
            </a:r>
            <a:r>
              <a:rPr spc="195" dirty="0"/>
              <a:t> </a:t>
            </a:r>
            <a:r>
              <a:rPr spc="60" dirty="0"/>
              <a:t>analysis </a:t>
            </a:r>
            <a:r>
              <a:rPr spc="65" dirty="0"/>
              <a:t>process </a:t>
            </a:r>
            <a:r>
              <a:rPr spc="185" dirty="0"/>
              <a:t>and </a:t>
            </a:r>
            <a:r>
              <a:rPr spc="75" dirty="0"/>
              <a:t>implementing </a:t>
            </a:r>
            <a:r>
              <a:rPr spc="200" dirty="0"/>
              <a:t>a </a:t>
            </a:r>
            <a:r>
              <a:rPr spc="190" dirty="0"/>
              <a:t>data </a:t>
            </a:r>
            <a:r>
              <a:rPr spc="85" dirty="0"/>
              <a:t>governance </a:t>
            </a:r>
            <a:r>
              <a:rPr spc="110" dirty="0"/>
              <a:t>framework, </a:t>
            </a:r>
            <a:r>
              <a:rPr spc="80" dirty="0"/>
              <a:t>this </a:t>
            </a:r>
            <a:r>
              <a:rPr spc="45" dirty="0"/>
              <a:t>system </a:t>
            </a:r>
            <a:r>
              <a:rPr spc="114" dirty="0"/>
              <a:t>can </a:t>
            </a:r>
            <a:r>
              <a:rPr spc="80" dirty="0"/>
              <a:t>ensure </a:t>
            </a:r>
            <a:r>
              <a:rPr spc="85" dirty="0"/>
              <a:t> </a:t>
            </a:r>
            <a:r>
              <a:rPr spc="114" dirty="0"/>
              <a:t>the </a:t>
            </a:r>
            <a:r>
              <a:rPr spc="55" dirty="0"/>
              <a:t>security </a:t>
            </a:r>
            <a:r>
              <a:rPr spc="185" dirty="0"/>
              <a:t>and </a:t>
            </a:r>
            <a:r>
              <a:rPr spc="70" dirty="0"/>
              <a:t>integrity </a:t>
            </a:r>
            <a:r>
              <a:rPr spc="90" dirty="0"/>
              <a:t>of </a:t>
            </a:r>
            <a:r>
              <a:rPr spc="114" dirty="0"/>
              <a:t>the </a:t>
            </a:r>
            <a:r>
              <a:rPr spc="190" dirty="0"/>
              <a:t>data </a:t>
            </a:r>
            <a:r>
              <a:rPr spc="15" dirty="0"/>
              <a:t>while </a:t>
            </a:r>
            <a:r>
              <a:rPr spc="90" dirty="0"/>
              <a:t>providing </a:t>
            </a:r>
            <a:r>
              <a:rPr spc="110" dirty="0"/>
              <a:t>accurate </a:t>
            </a:r>
            <a:r>
              <a:rPr spc="185" dirty="0"/>
              <a:t>and </a:t>
            </a:r>
            <a:r>
              <a:rPr spc="45" dirty="0"/>
              <a:t>timely </a:t>
            </a:r>
            <a:r>
              <a:rPr spc="125" dirty="0"/>
              <a:t>information </a:t>
            </a:r>
            <a:r>
              <a:rPr spc="185" dirty="0"/>
              <a:t>to </a:t>
            </a:r>
            <a:r>
              <a:rPr spc="190" dirty="0"/>
              <a:t> </a:t>
            </a:r>
            <a:r>
              <a:rPr spc="155" dirty="0"/>
              <a:t>support</a:t>
            </a:r>
            <a:r>
              <a:rPr spc="5" dirty="0"/>
              <a:t> </a:t>
            </a:r>
            <a:r>
              <a:rPr spc="55" dirty="0"/>
              <a:t>business</a:t>
            </a:r>
            <a:r>
              <a:rPr spc="5" dirty="0"/>
              <a:t> </a:t>
            </a:r>
            <a:r>
              <a:rPr spc="65" dirty="0"/>
              <a:t>goals.</a:t>
            </a:r>
            <a:r>
              <a:rPr spc="5" dirty="0"/>
              <a:t> </a:t>
            </a:r>
            <a:r>
              <a:rPr spc="70" dirty="0"/>
              <a:t>We</a:t>
            </a:r>
            <a:r>
              <a:rPr spc="5" dirty="0"/>
              <a:t> </a:t>
            </a:r>
            <a:r>
              <a:rPr spc="120" dirty="0"/>
              <a:t>propose</a:t>
            </a:r>
            <a:r>
              <a:rPr spc="5" dirty="0"/>
              <a:t> </a:t>
            </a:r>
            <a:r>
              <a:rPr spc="200" dirty="0"/>
              <a:t>a</a:t>
            </a:r>
            <a:r>
              <a:rPr spc="5" dirty="0"/>
              <a:t> </a:t>
            </a:r>
            <a:r>
              <a:rPr spc="130" dirty="0"/>
              <a:t>departmental</a:t>
            </a:r>
            <a:r>
              <a:rPr spc="5" dirty="0"/>
              <a:t> </a:t>
            </a:r>
            <a:r>
              <a:rPr spc="190" dirty="0"/>
              <a:t>data</a:t>
            </a:r>
            <a:r>
              <a:rPr spc="5" dirty="0"/>
              <a:t> </a:t>
            </a:r>
            <a:r>
              <a:rPr spc="60" dirty="0"/>
              <a:t>analysis</a:t>
            </a:r>
            <a:r>
              <a:rPr spc="5" dirty="0"/>
              <a:t> </a:t>
            </a:r>
            <a:r>
              <a:rPr spc="45" dirty="0"/>
              <a:t>system</a:t>
            </a:r>
            <a:r>
              <a:rPr dirty="0"/>
              <a:t> </a:t>
            </a:r>
            <a:r>
              <a:rPr spc="190" dirty="0"/>
              <a:t>that</a:t>
            </a:r>
            <a:r>
              <a:rPr spc="5" dirty="0"/>
              <a:t> </a:t>
            </a:r>
            <a:r>
              <a:rPr spc="114" dirty="0"/>
              <a:t>may</a:t>
            </a:r>
            <a:r>
              <a:rPr spc="5" dirty="0"/>
              <a:t> </a:t>
            </a:r>
            <a:r>
              <a:rPr spc="180" dirty="0"/>
              <a:t>or</a:t>
            </a:r>
            <a:r>
              <a:rPr spc="5" dirty="0"/>
              <a:t> </a:t>
            </a:r>
            <a:r>
              <a:rPr spc="114" dirty="0"/>
              <a:t>may </a:t>
            </a:r>
            <a:r>
              <a:rPr spc="-869" dirty="0"/>
              <a:t> </a:t>
            </a:r>
            <a:r>
              <a:rPr spc="185" dirty="0"/>
              <a:t>not</a:t>
            </a:r>
            <a:r>
              <a:rPr dirty="0"/>
              <a:t> </a:t>
            </a:r>
            <a:r>
              <a:rPr spc="85" dirty="0"/>
              <a:t>have</a:t>
            </a:r>
            <a:r>
              <a:rPr spc="5" dirty="0"/>
              <a:t> </a:t>
            </a:r>
            <a:r>
              <a:rPr spc="114" dirty="0"/>
              <a:t>one</a:t>
            </a:r>
            <a:r>
              <a:rPr spc="5" dirty="0"/>
              <a:t> </a:t>
            </a:r>
            <a:r>
              <a:rPr spc="180" dirty="0"/>
              <a:t>or</a:t>
            </a:r>
            <a:r>
              <a:rPr spc="5" dirty="0"/>
              <a:t> </a:t>
            </a:r>
            <a:r>
              <a:rPr spc="125" dirty="0"/>
              <a:t>more</a:t>
            </a:r>
            <a:r>
              <a:rPr spc="5" dirty="0"/>
              <a:t> </a:t>
            </a:r>
            <a:r>
              <a:rPr spc="90" dirty="0"/>
              <a:t>of</a:t>
            </a:r>
            <a:r>
              <a:rPr spc="5" dirty="0"/>
              <a:t> </a:t>
            </a:r>
            <a:r>
              <a:rPr spc="114" dirty="0"/>
              <a:t>the</a:t>
            </a:r>
            <a:r>
              <a:rPr spc="5" dirty="0"/>
              <a:t> </a:t>
            </a:r>
            <a:r>
              <a:rPr spc="45" dirty="0"/>
              <a:t>following</a:t>
            </a:r>
            <a:r>
              <a:rPr spc="5" dirty="0"/>
              <a:t> </a:t>
            </a:r>
            <a:r>
              <a:rPr spc="80" dirty="0"/>
              <a:t>features.</a:t>
            </a:r>
            <a:r>
              <a:rPr spc="5" dirty="0"/>
              <a:t> </a:t>
            </a:r>
            <a:r>
              <a:rPr spc="120" dirty="0"/>
              <a:t>Attendance</a:t>
            </a:r>
            <a:r>
              <a:rPr spc="5" dirty="0"/>
              <a:t> </a:t>
            </a:r>
            <a:r>
              <a:rPr spc="140" dirty="0"/>
              <a:t>Management</a:t>
            </a:r>
            <a:r>
              <a:rPr spc="5" dirty="0"/>
              <a:t> </a:t>
            </a:r>
            <a:r>
              <a:rPr spc="50" dirty="0"/>
              <a:t>System,</a:t>
            </a:r>
            <a:r>
              <a:rPr dirty="0"/>
              <a:t> </a:t>
            </a:r>
            <a:r>
              <a:rPr spc="125" dirty="0"/>
              <a:t>b.</a:t>
            </a:r>
          </a:p>
          <a:p>
            <a:pPr marL="59055" marR="52069" indent="-635" algn="ctr">
              <a:lnSpc>
                <a:spcPct val="116199"/>
              </a:lnSpc>
            </a:pPr>
            <a:r>
              <a:rPr spc="90" dirty="0"/>
              <a:t>Notices </a:t>
            </a:r>
            <a:r>
              <a:rPr spc="185" dirty="0"/>
              <a:t>and </a:t>
            </a:r>
            <a:r>
              <a:rPr spc="120" dirty="0"/>
              <a:t>information, </a:t>
            </a:r>
            <a:r>
              <a:rPr spc="25" dirty="0"/>
              <a:t>c. </a:t>
            </a:r>
            <a:r>
              <a:rPr spc="90" dirty="0"/>
              <a:t>Circulars </a:t>
            </a:r>
            <a:r>
              <a:rPr spc="185" dirty="0"/>
              <a:t>and </a:t>
            </a:r>
            <a:r>
              <a:rPr spc="95" dirty="0"/>
              <a:t>related </a:t>
            </a:r>
            <a:r>
              <a:rPr spc="165" dirty="0"/>
              <a:t>data, </a:t>
            </a:r>
            <a:r>
              <a:rPr spc="125" dirty="0"/>
              <a:t>d. </a:t>
            </a:r>
            <a:r>
              <a:rPr spc="55" dirty="0"/>
              <a:t>Analysis </a:t>
            </a:r>
            <a:r>
              <a:rPr spc="90" dirty="0"/>
              <a:t>of </a:t>
            </a:r>
            <a:r>
              <a:rPr spc="114" dirty="0"/>
              <a:t>the </a:t>
            </a:r>
            <a:r>
              <a:rPr spc="130" dirty="0"/>
              <a:t>departmental </a:t>
            </a:r>
            <a:r>
              <a:rPr spc="135" dirty="0"/>
              <a:t> </a:t>
            </a:r>
            <a:r>
              <a:rPr spc="165" dirty="0"/>
              <a:t>data, </a:t>
            </a:r>
            <a:r>
              <a:rPr spc="25" dirty="0"/>
              <a:t>e. </a:t>
            </a:r>
            <a:r>
              <a:rPr spc="125" dirty="0"/>
              <a:t>Tableau </a:t>
            </a:r>
            <a:r>
              <a:rPr spc="170" dirty="0"/>
              <a:t>Dashboard. </a:t>
            </a:r>
            <a:r>
              <a:rPr spc="175" dirty="0"/>
              <a:t>More </a:t>
            </a:r>
            <a:r>
              <a:rPr spc="85" dirty="0"/>
              <a:t>over </a:t>
            </a:r>
            <a:r>
              <a:rPr spc="185" dirty="0"/>
              <a:t>to </a:t>
            </a:r>
            <a:r>
              <a:rPr spc="55" dirty="0"/>
              <a:t>preserve </a:t>
            </a:r>
            <a:r>
              <a:rPr spc="114" dirty="0"/>
              <a:t>the </a:t>
            </a:r>
            <a:r>
              <a:rPr spc="125" dirty="0"/>
              <a:t>traditional attendance </a:t>
            </a:r>
            <a:r>
              <a:rPr spc="40" dirty="0"/>
              <a:t>system– </a:t>
            </a:r>
            <a:r>
              <a:rPr spc="45" dirty="0"/>
              <a:t> </a:t>
            </a:r>
            <a:r>
              <a:rPr spc="70" dirty="0"/>
              <a:t>We</a:t>
            </a:r>
            <a:r>
              <a:rPr spc="5" dirty="0"/>
              <a:t> </a:t>
            </a:r>
            <a:r>
              <a:rPr spc="114" dirty="0"/>
              <a:t>may</a:t>
            </a:r>
            <a:r>
              <a:rPr spc="5" dirty="0"/>
              <a:t> </a:t>
            </a:r>
            <a:r>
              <a:rPr spc="80" dirty="0"/>
              <a:t>also</a:t>
            </a:r>
            <a:r>
              <a:rPr spc="5" dirty="0"/>
              <a:t> </a:t>
            </a:r>
            <a:r>
              <a:rPr spc="130" dirty="0"/>
              <a:t>work</a:t>
            </a:r>
            <a:r>
              <a:rPr spc="5" dirty="0"/>
              <a:t> </a:t>
            </a:r>
            <a:r>
              <a:rPr spc="180" dirty="0"/>
              <a:t>on</a:t>
            </a:r>
            <a:r>
              <a:rPr spc="5" dirty="0"/>
              <a:t> </a:t>
            </a:r>
            <a:r>
              <a:rPr spc="114" dirty="0"/>
              <a:t>the</a:t>
            </a:r>
            <a:r>
              <a:rPr spc="5" dirty="0"/>
              <a:t> </a:t>
            </a:r>
            <a:r>
              <a:rPr spc="125" dirty="0"/>
              <a:t>traditional</a:t>
            </a:r>
            <a:r>
              <a:rPr spc="5" dirty="0"/>
              <a:t> </a:t>
            </a:r>
            <a:r>
              <a:rPr spc="125" dirty="0"/>
              <a:t>attendance</a:t>
            </a:r>
            <a:r>
              <a:rPr spc="10" dirty="0"/>
              <a:t> </a:t>
            </a:r>
            <a:r>
              <a:rPr spc="120" dirty="0"/>
              <a:t>methods</a:t>
            </a:r>
            <a:r>
              <a:rPr spc="5" dirty="0"/>
              <a:t> </a:t>
            </a:r>
            <a:r>
              <a:rPr spc="185" dirty="0"/>
              <a:t>and</a:t>
            </a:r>
            <a:r>
              <a:rPr spc="5" dirty="0"/>
              <a:t> </a:t>
            </a:r>
            <a:r>
              <a:rPr spc="125" dirty="0"/>
              <a:t>prepare</a:t>
            </a:r>
            <a:r>
              <a:rPr spc="5" dirty="0"/>
              <a:t> </a:t>
            </a:r>
            <a:r>
              <a:rPr spc="200" dirty="0"/>
              <a:t>a</a:t>
            </a:r>
            <a:r>
              <a:rPr spc="5" dirty="0"/>
              <a:t> </a:t>
            </a:r>
            <a:r>
              <a:rPr spc="110" dirty="0"/>
              <a:t>separate</a:t>
            </a:r>
            <a:r>
              <a:rPr spc="5" dirty="0"/>
              <a:t> </a:t>
            </a:r>
            <a:r>
              <a:rPr spc="60" dirty="0"/>
              <a:t>analysis </a:t>
            </a:r>
            <a:r>
              <a:rPr spc="-869" dirty="0"/>
              <a:t> </a:t>
            </a:r>
            <a:r>
              <a:rPr spc="120" dirty="0"/>
              <a:t>for </a:t>
            </a:r>
            <a:r>
              <a:rPr spc="95" dirty="0"/>
              <a:t>spam/fake/proxy </a:t>
            </a:r>
            <a:r>
              <a:rPr spc="120" dirty="0"/>
              <a:t>attendance. The </a:t>
            </a:r>
            <a:r>
              <a:rPr spc="60" dirty="0"/>
              <a:t>analysis </a:t>
            </a:r>
            <a:r>
              <a:rPr spc="114" dirty="0"/>
              <a:t>may </a:t>
            </a:r>
            <a:r>
              <a:rPr spc="185" dirty="0"/>
              <a:t>not </a:t>
            </a:r>
            <a:r>
              <a:rPr spc="80" dirty="0"/>
              <a:t>only ensure </a:t>
            </a:r>
            <a:r>
              <a:rPr spc="190" dirty="0"/>
              <a:t>that </a:t>
            </a:r>
            <a:r>
              <a:rPr spc="114" dirty="0"/>
              <a:t>the </a:t>
            </a:r>
            <a:r>
              <a:rPr spc="125" dirty="0"/>
              <a:t>attendance </a:t>
            </a:r>
            <a:r>
              <a:rPr spc="-25" dirty="0"/>
              <a:t>is </a:t>
            </a:r>
            <a:r>
              <a:rPr spc="-875" dirty="0"/>
              <a:t> </a:t>
            </a:r>
            <a:r>
              <a:rPr spc="35" dirty="0"/>
              <a:t>safe</a:t>
            </a:r>
            <a:r>
              <a:rPr dirty="0"/>
              <a:t> </a:t>
            </a:r>
            <a:r>
              <a:rPr spc="185" dirty="0"/>
              <a:t>but</a:t>
            </a:r>
            <a:r>
              <a:rPr dirty="0"/>
              <a:t> </a:t>
            </a:r>
            <a:r>
              <a:rPr spc="114" dirty="0"/>
              <a:t>may</a:t>
            </a:r>
            <a:r>
              <a:rPr dirty="0"/>
              <a:t> </a:t>
            </a:r>
            <a:r>
              <a:rPr spc="80" dirty="0"/>
              <a:t>also</a:t>
            </a:r>
            <a:r>
              <a:rPr dirty="0"/>
              <a:t> </a:t>
            </a:r>
            <a:r>
              <a:rPr spc="10" dirty="0"/>
              <a:t>specify</a:t>
            </a:r>
            <a:r>
              <a:rPr dirty="0"/>
              <a:t> </a:t>
            </a:r>
            <a:r>
              <a:rPr spc="95" dirty="0"/>
              <a:t>whether</a:t>
            </a:r>
            <a:r>
              <a:rPr dirty="0"/>
              <a:t> </a:t>
            </a:r>
            <a:r>
              <a:rPr spc="100" dirty="0"/>
              <a:t>there</a:t>
            </a:r>
            <a:r>
              <a:rPr spc="5" dirty="0"/>
              <a:t> </a:t>
            </a:r>
            <a:r>
              <a:rPr spc="-25" dirty="0"/>
              <a:t>is</a:t>
            </a:r>
            <a:r>
              <a:rPr dirty="0"/>
              <a:t> </a:t>
            </a:r>
            <a:r>
              <a:rPr spc="105" dirty="0"/>
              <a:t>spam/proxy</a:t>
            </a:r>
            <a:r>
              <a:rPr dirty="0"/>
              <a:t> </a:t>
            </a:r>
            <a:r>
              <a:rPr spc="180" dirty="0"/>
              <a:t>or</a:t>
            </a:r>
            <a:r>
              <a:rPr dirty="0"/>
              <a:t> </a:t>
            </a:r>
            <a:r>
              <a:rPr spc="155" dirty="0"/>
              <a:t>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R</a:t>
            </a:r>
            <a:r>
              <a:rPr spc="-15" dirty="0"/>
              <a:t>E</a:t>
            </a:r>
            <a:r>
              <a:rPr spc="-30" dirty="0"/>
              <a:t>F</a:t>
            </a:r>
            <a:r>
              <a:rPr spc="-15" dirty="0"/>
              <a:t>E</a:t>
            </a:r>
            <a:r>
              <a:rPr spc="-380" dirty="0"/>
              <a:t>R</a:t>
            </a:r>
            <a:r>
              <a:rPr spc="-15" dirty="0"/>
              <a:t>E</a:t>
            </a:r>
            <a:r>
              <a:rPr spc="70" dirty="0"/>
              <a:t>N</a:t>
            </a:r>
            <a:r>
              <a:rPr spc="200" dirty="0"/>
              <a:t>C</a:t>
            </a:r>
            <a:r>
              <a:rPr spc="-15" dirty="0"/>
              <a:t>E</a:t>
            </a:r>
            <a:r>
              <a:rPr spc="-13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128" y="1605283"/>
            <a:ext cx="17934940" cy="749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4320">
              <a:lnSpc>
                <a:spcPct val="116700"/>
              </a:lnSpc>
              <a:spcBef>
                <a:spcPts val="95"/>
              </a:spcBef>
              <a:buChar char="•"/>
              <a:tabLst>
                <a:tab pos="243840" algn="l"/>
              </a:tabLst>
            </a:pPr>
            <a:r>
              <a:rPr sz="3000" spc="190" dirty="0">
                <a:solidFill>
                  <a:srgbClr val="FFFFFF"/>
                </a:solidFill>
                <a:latin typeface="Times New Roman"/>
                <a:cs typeface="Times New Roman"/>
              </a:rPr>
              <a:t>GATETE </a:t>
            </a:r>
            <a:r>
              <a:rPr sz="3000" spc="90" dirty="0">
                <a:solidFill>
                  <a:srgbClr val="FFFFFF"/>
                </a:solidFill>
                <a:latin typeface="Times New Roman"/>
                <a:cs typeface="Times New Roman"/>
              </a:rPr>
              <a:t>Marcel, </a:t>
            </a:r>
            <a:r>
              <a:rPr sz="3000" spc="204" dirty="0">
                <a:solidFill>
                  <a:srgbClr val="FFFFFF"/>
                </a:solidFill>
                <a:latin typeface="Times New Roman"/>
                <a:cs typeface="Times New Roman"/>
              </a:rPr>
              <a:t>HARUBWIRA </a:t>
            </a:r>
            <a:r>
              <a:rPr sz="3000" spc="125" dirty="0">
                <a:solidFill>
                  <a:srgbClr val="FFFFFF"/>
                </a:solidFill>
                <a:latin typeface="Times New Roman"/>
                <a:cs typeface="Times New Roman"/>
              </a:rPr>
              <a:t>Flaubert,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“A </a:t>
            </a:r>
            <a:r>
              <a:rPr sz="3000" spc="90" dirty="0">
                <a:solidFill>
                  <a:srgbClr val="FFFFFF"/>
                </a:solidFill>
                <a:latin typeface="Times New Roman"/>
                <a:cs typeface="Times New Roman"/>
              </a:rPr>
              <a:t>Development </a:t>
            </a:r>
            <a:r>
              <a:rPr sz="3000" spc="8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3000" spc="165" dirty="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sz="3000" spc="65" dirty="0">
                <a:solidFill>
                  <a:srgbClr val="FFFFFF"/>
                </a:solidFill>
                <a:latin typeface="Times New Roman"/>
                <a:cs typeface="Times New Roman"/>
              </a:rPr>
              <a:t>Online </a:t>
            </a:r>
            <a:r>
              <a:rPr sz="3000" spc="110" dirty="0">
                <a:solidFill>
                  <a:srgbClr val="FFFFFF"/>
                </a:solidFill>
                <a:latin typeface="Times New Roman"/>
                <a:cs typeface="Times New Roman"/>
              </a:rPr>
              <a:t>Student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Attendance </a:t>
            </a:r>
            <a:r>
              <a:rPr sz="3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5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FFFFFF"/>
                </a:solidFill>
                <a:latin typeface="Times New Roman"/>
                <a:cs typeface="Times New Roman"/>
              </a:rPr>
              <a:t>System: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FFFFFF"/>
                </a:solidFill>
                <a:latin typeface="Times New Roman"/>
                <a:cs typeface="Times New Roman"/>
              </a:rPr>
              <a:t>“University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0" dirty="0">
                <a:solidFill>
                  <a:srgbClr val="FFFFFF"/>
                </a:solidFill>
                <a:latin typeface="Times New Roman"/>
                <a:cs typeface="Times New Roman"/>
              </a:rPr>
              <a:t>Tourism,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FFFFFF"/>
                </a:solidFill>
                <a:latin typeface="Times New Roman"/>
                <a:cs typeface="Times New Roman"/>
              </a:rPr>
              <a:t>Technology,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FFFFFF"/>
                </a:solidFill>
                <a:latin typeface="Times New Roman"/>
                <a:cs typeface="Times New Roman"/>
              </a:rPr>
              <a:t>Studies”,” </a:t>
            </a:r>
            <a:r>
              <a:rPr sz="3000" spc="-7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International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30" dirty="0">
                <a:solidFill>
                  <a:srgbClr val="FFFFFF"/>
                </a:solidFill>
                <a:latin typeface="Times New Roman"/>
                <a:cs typeface="Times New Roman"/>
              </a:rPr>
              <a:t>Journal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Scientific </a:t>
            </a:r>
            <a:r>
              <a:rPr sz="3000" spc="9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Times New Roman"/>
                <a:cs typeface="Times New Roman"/>
              </a:rPr>
              <a:t>Engineering,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FFFFFF"/>
                </a:solidFill>
                <a:latin typeface="Times New Roman"/>
                <a:cs typeface="Times New Roman"/>
              </a:rPr>
              <a:t>Vol.10,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Times New Roman"/>
                <a:cs typeface="Times New Roman"/>
              </a:rPr>
              <a:t>Issue.1,</a:t>
            </a:r>
            <a:r>
              <a:rPr sz="3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Times New Roman"/>
                <a:cs typeface="Times New Roman"/>
              </a:rPr>
              <a:t>pp.32-48, </a:t>
            </a:r>
            <a:r>
              <a:rPr sz="3000" spc="-7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2022.</a:t>
            </a:r>
            <a:endParaRPr sz="3000">
              <a:latin typeface="Times New Roman"/>
              <a:cs typeface="Times New Roman"/>
            </a:endParaRPr>
          </a:p>
          <a:p>
            <a:pPr marL="12700" marR="739775">
              <a:lnSpc>
                <a:spcPts val="4200"/>
              </a:lnSpc>
              <a:spcBef>
                <a:spcPts val="240"/>
              </a:spcBef>
              <a:buChar char="•"/>
              <a:tabLst>
                <a:tab pos="243840" algn="l"/>
              </a:tabLst>
            </a:pP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K.J.H.D.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FFFFFF"/>
                </a:solidFill>
                <a:latin typeface="Times New Roman"/>
                <a:cs typeface="Times New Roman"/>
              </a:rPr>
              <a:t>Asiri,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K.S.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Rishan,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FFFFFF"/>
                </a:solidFill>
                <a:latin typeface="Times New Roman"/>
                <a:cs typeface="Times New Roman"/>
              </a:rPr>
              <a:t>U.A.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FFFFFF"/>
                </a:solidFill>
                <a:latin typeface="Times New Roman"/>
                <a:cs typeface="Times New Roman"/>
              </a:rPr>
              <a:t>Hewage.,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U.K.T.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Prasadika,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FFFFFF"/>
                </a:solidFill>
                <a:latin typeface="Times New Roman"/>
                <a:cs typeface="Times New Roman"/>
              </a:rPr>
              <a:t>K.A.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FFFFFF"/>
                </a:solidFill>
                <a:latin typeface="Times New Roman"/>
                <a:cs typeface="Times New Roman"/>
              </a:rPr>
              <a:t>Dilini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T.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Times New Roman"/>
                <a:cs typeface="Times New Roman"/>
              </a:rPr>
              <a:t>Kulawansa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70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Attendance </a:t>
            </a:r>
            <a:r>
              <a:rPr sz="3000" spc="-7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Times New Roman"/>
                <a:cs typeface="Times New Roman"/>
              </a:rPr>
              <a:t>Management </a:t>
            </a:r>
            <a:r>
              <a:rPr sz="3000" spc="70" dirty="0">
                <a:solidFill>
                  <a:srgbClr val="FFFFFF"/>
                </a:solidFill>
                <a:latin typeface="Times New Roman"/>
                <a:cs typeface="Times New Roman"/>
              </a:rPr>
              <a:t>System”,”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8th </a:t>
            </a: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International </a:t>
            </a:r>
            <a:r>
              <a:rPr sz="3000" spc="70" dirty="0">
                <a:solidFill>
                  <a:srgbClr val="FFFFFF"/>
                </a:solidFill>
                <a:latin typeface="Times New Roman"/>
                <a:cs typeface="Times New Roman"/>
              </a:rPr>
              <a:t>Conference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on </a:t>
            </a:r>
            <a:r>
              <a:rPr sz="3000" spc="70" dirty="0">
                <a:solidFill>
                  <a:srgbClr val="FFFFFF"/>
                </a:solidFill>
                <a:latin typeface="Times New Roman"/>
                <a:cs typeface="Times New Roman"/>
              </a:rPr>
              <a:t>Advances in </a:t>
            </a:r>
            <a:r>
              <a:rPr sz="3000" spc="110" dirty="0">
                <a:solidFill>
                  <a:srgbClr val="FFFFFF"/>
                </a:solidFill>
                <a:latin typeface="Times New Roman"/>
                <a:cs typeface="Times New Roman"/>
              </a:rPr>
              <a:t>Computing, </a:t>
            </a:r>
            <a:r>
              <a:rPr sz="3000" spc="60" dirty="0">
                <a:solidFill>
                  <a:srgbClr val="FFFFFF"/>
                </a:solidFill>
                <a:latin typeface="Times New Roman"/>
                <a:cs typeface="Times New Roman"/>
              </a:rPr>
              <a:t>Electronics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3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ACEC”</a:t>
            </a:r>
            <a:endParaRPr sz="3000">
              <a:latin typeface="Times New Roman"/>
              <a:cs typeface="Times New Roman"/>
            </a:endParaRPr>
          </a:p>
          <a:p>
            <a:pPr marL="243204" indent="-231140">
              <a:lnSpc>
                <a:spcPct val="100000"/>
              </a:lnSpc>
              <a:spcBef>
                <a:spcPts val="360"/>
              </a:spcBef>
              <a:buChar char="•"/>
              <a:tabLst>
                <a:tab pos="243840" algn="l"/>
              </a:tabLst>
            </a:pPr>
            <a:r>
              <a:rPr sz="3000" spc="100" dirty="0">
                <a:solidFill>
                  <a:srgbClr val="FFFFFF"/>
                </a:solidFill>
                <a:latin typeface="Times New Roman"/>
                <a:cs typeface="Times New Roman"/>
              </a:rPr>
              <a:t>Ekhlas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5" dirty="0">
                <a:solidFill>
                  <a:srgbClr val="FFFFFF"/>
                </a:solidFill>
                <a:latin typeface="Times New Roman"/>
                <a:cs typeface="Times New Roman"/>
              </a:rPr>
              <a:t>Ghaleb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Times New Roman"/>
                <a:cs typeface="Times New Roman"/>
              </a:rPr>
              <a:t>Abdulkadhim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J.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FFFFFF"/>
                </a:solidFill>
                <a:latin typeface="Times New Roman"/>
                <a:cs typeface="Times New Roman"/>
              </a:rPr>
              <a:t>Phys.: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Conf.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Times New Roman"/>
                <a:cs typeface="Times New Roman"/>
              </a:rPr>
              <a:t>Ser.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1804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012011</a:t>
            </a:r>
            <a:endParaRPr sz="3000">
              <a:latin typeface="Times New Roman"/>
              <a:cs typeface="Times New Roman"/>
            </a:endParaRPr>
          </a:p>
          <a:p>
            <a:pPr marL="12700" marR="2179320">
              <a:lnSpc>
                <a:spcPts val="4200"/>
              </a:lnSpc>
              <a:spcBef>
                <a:spcPts val="240"/>
              </a:spcBef>
              <a:buChar char="•"/>
              <a:tabLst>
                <a:tab pos="243840" algn="l"/>
              </a:tabLst>
            </a:pP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Abdoulrahmaine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Mohammad,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75" dirty="0">
                <a:solidFill>
                  <a:srgbClr val="FFFFFF"/>
                </a:solidFill>
                <a:latin typeface="Times New Roman"/>
                <a:cs typeface="Times New Roman"/>
              </a:rPr>
              <a:t>Mohammad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Times New Roman"/>
                <a:cs typeface="Times New Roman"/>
              </a:rPr>
              <a:t>Elmi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Times New Roman"/>
                <a:cs typeface="Times New Roman"/>
              </a:rPr>
              <a:t>Hassan,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Times New Roman"/>
                <a:cs typeface="Times New Roman"/>
              </a:rPr>
              <a:t>Muslim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55" dirty="0">
                <a:solidFill>
                  <a:srgbClr val="FFFFFF"/>
                </a:solidFill>
                <a:latin typeface="Times New Roman"/>
                <a:cs typeface="Times New Roman"/>
              </a:rPr>
              <a:t>Musa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-2020,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200" dirty="0">
                <a:solidFill>
                  <a:srgbClr val="FFFFFF"/>
                </a:solidFill>
                <a:latin typeface="Times New Roman"/>
                <a:cs typeface="Times New Roman"/>
              </a:rPr>
              <a:t>“IUT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Times New Roman"/>
                <a:cs typeface="Times New Roman"/>
              </a:rPr>
              <a:t>DHAKA </a:t>
            </a:r>
            <a:r>
              <a:rPr sz="3000" spc="-7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123456789/92”</a:t>
            </a:r>
            <a:endParaRPr sz="3000">
              <a:latin typeface="Times New Roman"/>
              <a:cs typeface="Times New Roman"/>
            </a:endParaRPr>
          </a:p>
          <a:p>
            <a:pPr marL="12700" marR="1852930">
              <a:lnSpc>
                <a:spcPts val="4200"/>
              </a:lnSpc>
              <a:buChar char="•"/>
              <a:tabLst>
                <a:tab pos="243840" algn="l"/>
              </a:tabLst>
            </a:pPr>
            <a:r>
              <a:rPr sz="3000" spc="125" dirty="0">
                <a:solidFill>
                  <a:srgbClr val="FFFFFF"/>
                </a:solidFill>
                <a:latin typeface="Times New Roman"/>
                <a:cs typeface="Times New Roman"/>
              </a:rPr>
              <a:t>Mrs.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Times New Roman"/>
                <a:cs typeface="Times New Roman"/>
              </a:rPr>
              <a:t>Dhanashree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Amit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90" dirty="0">
                <a:solidFill>
                  <a:srgbClr val="FFFFFF"/>
                </a:solidFill>
                <a:latin typeface="Times New Roman"/>
                <a:cs typeface="Times New Roman"/>
              </a:rPr>
              <a:t>Gupta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70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FFFFFF"/>
                </a:solidFill>
                <a:latin typeface="Times New Roman"/>
                <a:cs typeface="Times New Roman"/>
              </a:rPr>
              <a:t>Student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Attendance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Times New Roman"/>
                <a:cs typeface="Times New Roman"/>
              </a:rPr>
              <a:t>Software”,”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55" dirty="0">
                <a:solidFill>
                  <a:srgbClr val="FFFFFF"/>
                </a:solidFill>
                <a:latin typeface="Times New Roman"/>
                <a:cs typeface="Times New Roman"/>
              </a:rPr>
              <a:t>IJSER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80" dirty="0">
                <a:solidFill>
                  <a:srgbClr val="FFFFFF"/>
                </a:solidFill>
                <a:latin typeface="Times New Roman"/>
                <a:cs typeface="Times New Roman"/>
              </a:rPr>
              <a:t>VOLUME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Times New Roman"/>
                <a:cs typeface="Times New Roman"/>
              </a:rPr>
              <a:t>2,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Times New Roman"/>
                <a:cs typeface="Times New Roman"/>
              </a:rPr>
              <a:t>ISSUE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Times New Roman"/>
                <a:cs typeface="Times New Roman"/>
              </a:rPr>
              <a:t>11, </a:t>
            </a:r>
            <a:r>
              <a:rPr sz="3000" spc="-7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75" dirty="0">
                <a:solidFill>
                  <a:srgbClr val="FFFFFF"/>
                </a:solidFill>
                <a:latin typeface="Times New Roman"/>
                <a:cs typeface="Times New Roman"/>
              </a:rPr>
              <a:t>NOVEMBER</a:t>
            </a:r>
            <a:r>
              <a:rPr sz="3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FFFFFF"/>
                </a:solidFill>
                <a:latin typeface="Times New Roman"/>
                <a:cs typeface="Times New Roman"/>
              </a:rPr>
              <a:t>2011”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ts val="4200"/>
              </a:lnSpc>
              <a:buChar char="•"/>
              <a:tabLst>
                <a:tab pos="243840" algn="l"/>
              </a:tabLst>
            </a:pPr>
            <a:r>
              <a:rPr sz="3000" spc="25" dirty="0">
                <a:solidFill>
                  <a:srgbClr val="FFFFFF"/>
                </a:solidFill>
                <a:latin typeface="Times New Roman"/>
                <a:cs typeface="Times New Roman"/>
              </a:rPr>
              <a:t>S.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Y.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30" dirty="0">
                <a:solidFill>
                  <a:srgbClr val="FFFFFF"/>
                </a:solidFill>
                <a:latin typeface="Times New Roman"/>
                <a:cs typeface="Times New Roman"/>
              </a:rPr>
              <a:t>Inamdar1,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Times New Roman"/>
                <a:cs typeface="Times New Roman"/>
              </a:rPr>
              <a:t>Vishal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Times New Roman"/>
                <a:cs typeface="Times New Roman"/>
              </a:rPr>
              <a:t>V.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Times New Roman"/>
                <a:cs typeface="Times New Roman"/>
              </a:rPr>
              <a:t>Suryawanshi2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FFFF"/>
                </a:solidFill>
                <a:latin typeface="Times New Roman"/>
                <a:cs typeface="Times New Roman"/>
              </a:rPr>
              <a:t>“Student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Times New Roman"/>
                <a:cs typeface="Times New Roman"/>
              </a:rPr>
              <a:t>Attendance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2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FFFFFF"/>
                </a:solidFill>
                <a:latin typeface="Times New Roman"/>
                <a:cs typeface="Times New Roman"/>
              </a:rPr>
              <a:t>Analytics“,</a:t>
            </a:r>
            <a:r>
              <a:rPr sz="3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55" dirty="0">
                <a:solidFill>
                  <a:srgbClr val="FFFFFF"/>
                </a:solidFill>
                <a:latin typeface="Times New Roman"/>
                <a:cs typeface="Times New Roman"/>
              </a:rPr>
              <a:t>“IARJSET </a:t>
            </a:r>
            <a:r>
              <a:rPr sz="3000" spc="-7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FFFFFF"/>
                </a:solidFill>
                <a:latin typeface="Times New Roman"/>
                <a:cs typeface="Times New Roman"/>
              </a:rPr>
              <a:t>VOL.</a:t>
            </a:r>
            <a:r>
              <a:rPr sz="3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Times New Roman"/>
                <a:cs typeface="Times New Roman"/>
              </a:rPr>
              <a:t>4,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Times New Roman"/>
                <a:cs typeface="Times New Roman"/>
              </a:rPr>
              <a:t>Special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FFFFFF"/>
                </a:solidFill>
                <a:latin typeface="Times New Roman"/>
                <a:cs typeface="Times New Roman"/>
              </a:rPr>
              <a:t>Issue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Times New Roman"/>
                <a:cs typeface="Times New Roman"/>
              </a:rPr>
              <a:t>4,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Times New Roman"/>
                <a:cs typeface="Times New Roman"/>
              </a:rPr>
              <a:t>January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FFFFFF"/>
                </a:solidFill>
                <a:latin typeface="Times New Roman"/>
                <a:cs typeface="Times New Roman"/>
              </a:rPr>
              <a:t>2017”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726</Words>
  <Application>Microsoft Office PowerPoint</Application>
  <PresentationFormat>Custom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Tahoma</vt:lpstr>
      <vt:lpstr>Times New Roman</vt:lpstr>
      <vt:lpstr>Trebuchet MS</vt:lpstr>
      <vt:lpstr>Office Theme</vt:lpstr>
      <vt:lpstr>PowerPoint Presentation</vt:lpstr>
      <vt:lpstr>INTRODUCTION</vt:lpstr>
      <vt:lpstr>PowerPoint Presentation</vt:lpstr>
      <vt:lpstr>Modernizing the traditional attendance system can  address these issues and provide the following range of  benefits: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Business Presentation in Dark Blue Pink Abstract Tech Style</dc:title>
  <dc:creator>ALISHA GAKHAR</dc:creator>
  <cp:keywords>DAFct3AQGS8,BAEeDr7Lgqk</cp:keywords>
  <cp:lastModifiedBy>alisha gakhar</cp:lastModifiedBy>
  <cp:revision>1</cp:revision>
  <dcterms:created xsi:type="dcterms:W3CDTF">2023-03-09T16:40:58Z</dcterms:created>
  <dcterms:modified xsi:type="dcterms:W3CDTF">2023-03-09T16:41:51Z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2023-03-09T00:00:00Z</vt:filetime>
  </property>
  <property fmtid="{D5CDD505-2E9C-101B-9397-08002B2CF9AE}" pid="3" name="Creator">
    <vt:lpwstr>Canva</vt:lpwstr>
  </property>
  <property fmtid="{D5CDD505-2E9C-101B-9397-08002B2CF9AE}" pid="4" name="LastSaved">
    <vt:filetime>2023-03-09T00:00:00Z</vt:filetime>
  </property>
</Properties>
</file>